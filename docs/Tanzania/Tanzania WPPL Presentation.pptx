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9144000"/>
  <p:notesSz cx="6858000" cy="9144000"/>
  <p:embeddedFontLs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0" roundtripDataSignature="AMtx7mgYk+8bPApHZwnEZ6VUqlGWjHH2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26334C-A162-4528-9D8B-AC9E223500CF}">
  <a:tblStyle styleId="{FD26334C-A162-4528-9D8B-AC9E223500CF}" styleName="Table_0">
    <a:wholeTbl>
      <a:tcTxStyle b="off" i="off">
        <a:font>
          <a:latin typeface="Cambria"/>
          <a:ea typeface="Cambria"/>
          <a:cs typeface="Cambria"/>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GillSans-bold.fntdata"/><Relationship Id="rId18" Type="http://schemas.openxmlformats.org/officeDocument/2006/relationships/font" Target="fonts/Gill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e6c9df4f1e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1e6c9df4f1e_0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1e6c9df4f1e_0_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9bde68d6eb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29bde68d6eb_0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g29bde68d6eb_0_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lnSpc>
                <a:spcPct val="100000"/>
              </a:lnSpc>
              <a:spcBef>
                <a:spcPts val="0"/>
              </a:spcBef>
              <a:spcAft>
                <a:spcPts val="0"/>
              </a:spcAft>
              <a:buSzPts val="1400"/>
              <a:buNone/>
            </a:pPr>
            <a:r>
              <a:t/>
            </a:r>
            <a:endParaRPr/>
          </a:p>
        </p:txBody>
      </p:sp>
      <p:sp>
        <p:nvSpPr>
          <p:cNvPr id="224" name="Google Shape;224;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e7a2e74b51_0_2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1e7a2e74b51_0_2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8450" lvl="0" marL="457200" rtl="0" algn="just">
              <a:lnSpc>
                <a:spcPct val="116666"/>
              </a:lnSpc>
              <a:spcBef>
                <a:spcPts val="1200"/>
              </a:spcBef>
              <a:spcAft>
                <a:spcPts val="0"/>
              </a:spcAft>
              <a:buClr>
                <a:srgbClr val="6C6463"/>
              </a:buClr>
              <a:buSzPts val="1100"/>
              <a:buFont typeface="Gill Sans"/>
              <a:buChar char="●"/>
            </a:pPr>
            <a:r>
              <a:rPr lang="en-US" sz="1100">
                <a:solidFill>
                  <a:srgbClr val="6C6463"/>
                </a:solidFill>
                <a:latin typeface="Gill Sans"/>
                <a:ea typeface="Gill Sans"/>
                <a:cs typeface="Gill Sans"/>
                <a:sym typeface="Gill Sans"/>
              </a:rPr>
              <a:t>The WPPL assessment framework is built on four components – a foundational desk review, followed by Key Informant Interviews (KIIs), a survey of senior politicians, and focus groups. </a:t>
            </a:r>
            <a:endParaRPr sz="1100">
              <a:solidFill>
                <a:srgbClr val="6C6463"/>
              </a:solidFill>
              <a:latin typeface="Gill Sans"/>
              <a:ea typeface="Gill Sans"/>
              <a:cs typeface="Gill Sans"/>
              <a:sym typeface="Gill Sans"/>
            </a:endParaRPr>
          </a:p>
          <a:p>
            <a:pPr indent="-298450" lvl="0" marL="457200" rtl="0" algn="just">
              <a:lnSpc>
                <a:spcPct val="116666"/>
              </a:lnSpc>
              <a:spcBef>
                <a:spcPts val="0"/>
              </a:spcBef>
              <a:spcAft>
                <a:spcPts val="0"/>
              </a:spcAft>
              <a:buClr>
                <a:srgbClr val="6C6463"/>
              </a:buClr>
              <a:buSzPts val="1100"/>
              <a:buFont typeface="Gill Sans"/>
              <a:buChar char="●"/>
            </a:pPr>
            <a:r>
              <a:rPr lang="en-US" sz="1100">
                <a:solidFill>
                  <a:srgbClr val="6C6463"/>
                </a:solidFill>
                <a:latin typeface="Gill Sans"/>
                <a:ea typeface="Gill Sans"/>
                <a:cs typeface="Gill Sans"/>
                <a:sym typeface="Gill Sans"/>
              </a:rPr>
              <a:t>At the outset, the Assessment Team determined relevant categories of stakeholders to engage in the research. Respondents from both Mainland Tanzania and Zanzibar were engaged.</a:t>
            </a:r>
            <a:endParaRPr sz="1100">
              <a:solidFill>
                <a:srgbClr val="6C6463"/>
              </a:solidFill>
              <a:latin typeface="Gill Sans"/>
              <a:ea typeface="Gill Sans"/>
              <a:cs typeface="Gill Sans"/>
              <a:sym typeface="Gill Sans"/>
            </a:endParaRPr>
          </a:p>
          <a:p>
            <a:pPr indent="-298450" lvl="0" marL="457200" rtl="0" algn="just">
              <a:lnSpc>
                <a:spcPct val="116666"/>
              </a:lnSpc>
              <a:spcBef>
                <a:spcPts val="0"/>
              </a:spcBef>
              <a:spcAft>
                <a:spcPts val="0"/>
              </a:spcAft>
              <a:buClr>
                <a:srgbClr val="6C6463"/>
              </a:buClr>
              <a:buSzPts val="1100"/>
              <a:buFont typeface="Gill Sans"/>
              <a:buChar char="●"/>
            </a:pPr>
            <a:r>
              <a:rPr lang="en-US" sz="1100">
                <a:solidFill>
                  <a:srgbClr val="6C6463"/>
                </a:solidFill>
                <a:latin typeface="Gill Sans"/>
                <a:ea typeface="Gill Sans"/>
                <a:cs typeface="Gill Sans"/>
                <a:sym typeface="Gill Sans"/>
              </a:rPr>
              <a:t>KIIs – included 18 stakeholders including government and EMB officials, elected and non-elected politicians, representatives from civil society, media and members of the donor community.</a:t>
            </a:r>
            <a:endParaRPr sz="1100">
              <a:solidFill>
                <a:srgbClr val="6C6463"/>
              </a:solidFill>
              <a:latin typeface="Gill Sans"/>
              <a:ea typeface="Gill Sans"/>
              <a:cs typeface="Gill Sans"/>
              <a:sym typeface="Gill Sans"/>
            </a:endParaRPr>
          </a:p>
          <a:p>
            <a:pPr indent="-298450" lvl="0" marL="457200" rtl="0" algn="just">
              <a:lnSpc>
                <a:spcPct val="116666"/>
              </a:lnSpc>
              <a:spcBef>
                <a:spcPts val="0"/>
              </a:spcBef>
              <a:spcAft>
                <a:spcPts val="0"/>
              </a:spcAft>
              <a:buClr>
                <a:srgbClr val="6C6463"/>
              </a:buClr>
              <a:buSzPts val="1100"/>
              <a:buFont typeface="Gill Sans"/>
              <a:buChar char="●"/>
            </a:pPr>
            <a:r>
              <a:rPr lang="en-US" sz="1100">
                <a:solidFill>
                  <a:srgbClr val="6C6463"/>
                </a:solidFill>
                <a:latin typeface="Gill Sans"/>
                <a:ea typeface="Gill Sans"/>
                <a:cs typeface="Gill Sans"/>
                <a:sym typeface="Gill Sans"/>
              </a:rPr>
              <a:t>Limitations – the research team noted some challenges during conduct of the field work – specifically, delays in accessing politicians due to political events, and skepticism about the intention of the study.</a:t>
            </a:r>
            <a:endParaRPr sz="1100">
              <a:solidFill>
                <a:srgbClr val="6C6463"/>
              </a:solidFill>
              <a:latin typeface="Gill Sans"/>
              <a:ea typeface="Gill Sans"/>
              <a:cs typeface="Gill Sans"/>
              <a:sym typeface="Gill Sans"/>
            </a:endParaRPr>
          </a:p>
          <a:p>
            <a:pPr indent="0" lvl="0" marL="0" rtl="0" algn="just">
              <a:lnSpc>
                <a:spcPct val="116666"/>
              </a:lnSpc>
              <a:spcBef>
                <a:spcPts val="1200"/>
              </a:spcBef>
              <a:spcAft>
                <a:spcPts val="0"/>
              </a:spcAft>
              <a:buClr>
                <a:schemeClr val="dk1"/>
              </a:buClr>
              <a:buSzPts val="1100"/>
              <a:buFont typeface="Arial"/>
              <a:buNone/>
            </a:pPr>
            <a:r>
              <a:t/>
            </a:r>
            <a:endParaRPr sz="1100">
              <a:solidFill>
                <a:srgbClr val="6C6463"/>
              </a:solidFill>
              <a:latin typeface="Gill Sans"/>
              <a:ea typeface="Gill Sans"/>
              <a:cs typeface="Gill Sans"/>
              <a:sym typeface="Gill Sans"/>
            </a:endParaRPr>
          </a:p>
          <a:p>
            <a:pPr indent="0" lvl="0" marL="0" rtl="0" algn="just">
              <a:lnSpc>
                <a:spcPct val="116666"/>
              </a:lnSpc>
              <a:spcBef>
                <a:spcPts val="1200"/>
              </a:spcBef>
              <a:spcAft>
                <a:spcPts val="0"/>
              </a:spcAft>
              <a:buClr>
                <a:schemeClr val="dk1"/>
              </a:buClr>
              <a:buSzPts val="1100"/>
              <a:buFont typeface="Arial"/>
              <a:buNone/>
            </a:pPr>
            <a:r>
              <a:t/>
            </a:r>
            <a:endParaRPr sz="1100">
              <a:solidFill>
                <a:srgbClr val="6C6463"/>
              </a:solidFill>
              <a:latin typeface="Gill Sans"/>
              <a:ea typeface="Gill Sans"/>
              <a:cs typeface="Gill Sans"/>
              <a:sym typeface="Gill Sans"/>
            </a:endParaRPr>
          </a:p>
          <a:p>
            <a:pPr indent="0" lvl="0" marL="0" rtl="0" algn="just">
              <a:lnSpc>
                <a:spcPct val="116666"/>
              </a:lnSpc>
              <a:spcBef>
                <a:spcPts val="1200"/>
              </a:spcBef>
              <a:spcAft>
                <a:spcPts val="0"/>
              </a:spcAft>
              <a:buSzPts val="1100"/>
              <a:buNone/>
            </a:pPr>
            <a:r>
              <a:t/>
            </a:r>
            <a:endParaRPr sz="1100">
              <a:solidFill>
                <a:srgbClr val="6C6463"/>
              </a:solidFill>
              <a:latin typeface="Gill Sans"/>
              <a:ea typeface="Gill Sans"/>
              <a:cs typeface="Gill Sans"/>
              <a:sym typeface="Gill Sans"/>
            </a:endParaRPr>
          </a:p>
          <a:p>
            <a:pPr indent="0" lvl="0" marL="0" rtl="0" algn="just">
              <a:lnSpc>
                <a:spcPct val="116666"/>
              </a:lnSpc>
              <a:spcBef>
                <a:spcPts val="1200"/>
              </a:spcBef>
              <a:spcAft>
                <a:spcPts val="1200"/>
              </a:spcAft>
              <a:buClr>
                <a:schemeClr val="dk1"/>
              </a:buClr>
              <a:buSzPts val="1100"/>
              <a:buFont typeface="Arial"/>
              <a:buNone/>
            </a:pPr>
            <a:r>
              <a:t/>
            </a:r>
            <a:endParaRPr sz="1100">
              <a:solidFill>
                <a:srgbClr val="6C6463"/>
              </a:solidFill>
              <a:latin typeface="Gill Sans"/>
              <a:ea typeface="Gill Sans"/>
              <a:cs typeface="Gill Sans"/>
              <a:sym typeface="Gill Sans"/>
            </a:endParaRPr>
          </a:p>
        </p:txBody>
      </p:sp>
      <p:sp>
        <p:nvSpPr>
          <p:cNvPr id="232" name="Google Shape;232;g1e7a2e74b51_0_2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9bde68d6eb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29bde68d6eb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en-US"/>
              <a:t>A total of 127 respondents participated in the politician survey.</a:t>
            </a:r>
            <a:endParaRPr/>
          </a:p>
          <a:p>
            <a:pPr indent="-317500" lvl="0" marL="457200" rtl="0" algn="l">
              <a:spcBef>
                <a:spcPts val="0"/>
              </a:spcBef>
              <a:spcAft>
                <a:spcPts val="0"/>
              </a:spcAft>
              <a:buClr>
                <a:schemeClr val="dk1"/>
              </a:buClr>
              <a:buSzPts val="1400"/>
              <a:buChar char="●"/>
            </a:pPr>
            <a:r>
              <a:rPr lang="en-US"/>
              <a:t>Men and women from the four largest political parties were included in the survey.</a:t>
            </a:r>
            <a:endParaRPr/>
          </a:p>
          <a:p>
            <a:pPr indent="-317500" lvl="0" marL="457200" rtl="0" algn="l">
              <a:spcBef>
                <a:spcPts val="0"/>
              </a:spcBef>
              <a:spcAft>
                <a:spcPts val="0"/>
              </a:spcAft>
              <a:buClr>
                <a:schemeClr val="dk1"/>
              </a:buClr>
              <a:buSzPts val="1400"/>
              <a:buChar char="●"/>
            </a:pPr>
            <a:r>
              <a:rPr lang="en-US"/>
              <a:t>Women comprised 48 percent of respondents, men comprised 52 percent.</a:t>
            </a:r>
            <a:endParaRPr/>
          </a:p>
          <a:p>
            <a:pPr indent="0" lvl="0" marL="0" rtl="0" algn="l">
              <a:lnSpc>
                <a:spcPct val="100000"/>
              </a:lnSpc>
              <a:spcBef>
                <a:spcPts val="0"/>
              </a:spcBef>
              <a:spcAft>
                <a:spcPts val="0"/>
              </a:spcAft>
              <a:buSzPts val="1400"/>
              <a:buNone/>
            </a:pPr>
            <a:r>
              <a:t/>
            </a:r>
            <a:endParaRPr/>
          </a:p>
        </p:txBody>
      </p:sp>
      <p:sp>
        <p:nvSpPr>
          <p:cNvPr id="240" name="Google Shape;240;g29bde68d6eb_0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en-US"/>
              <a:t>8 focus groups were also conducted – disaggregated by geography, sex and profile. </a:t>
            </a:r>
            <a:endParaRPr/>
          </a:p>
        </p:txBody>
      </p:sp>
      <p:sp>
        <p:nvSpPr>
          <p:cNvPr id="248" name="Google Shape;248;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e7a2e74b51_0_2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1e7a2e74b51_0_2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04800" lvl="0" marL="457200" rtl="0" algn="just">
              <a:spcBef>
                <a:spcPts val="0"/>
              </a:spcBef>
              <a:spcAft>
                <a:spcPts val="0"/>
              </a:spcAft>
              <a:buClr>
                <a:srgbClr val="6D6364"/>
              </a:buClr>
              <a:buSzPts val="1200"/>
              <a:buFont typeface="Gill Sans"/>
              <a:buChar char="•"/>
            </a:pPr>
            <a:r>
              <a:rPr lang="en-US">
                <a:solidFill>
                  <a:srgbClr val="6D6364"/>
                </a:solidFill>
                <a:latin typeface="Gill Sans"/>
                <a:ea typeface="Gill Sans"/>
                <a:cs typeface="Gill Sans"/>
                <a:sym typeface="Gill Sans"/>
              </a:rPr>
              <a:t>Although there is a growing acceptance of WPPL, gender stereotypes continue to shape women’s opportunities; men are viewed as the head of the family and decision-makers while women must often obtain approval from a man relative for political and civic participation.</a:t>
            </a:r>
            <a:endParaRPr>
              <a:solidFill>
                <a:srgbClr val="6D6364"/>
              </a:solidFill>
              <a:latin typeface="Gill Sans"/>
              <a:ea typeface="Gill Sans"/>
              <a:cs typeface="Gill Sans"/>
              <a:sym typeface="Gill Sans"/>
            </a:endParaRPr>
          </a:p>
          <a:p>
            <a:pPr indent="-304800" lvl="0" marL="457200" rtl="0" algn="just">
              <a:spcBef>
                <a:spcPts val="400"/>
              </a:spcBef>
              <a:spcAft>
                <a:spcPts val="0"/>
              </a:spcAft>
              <a:buClr>
                <a:srgbClr val="6D6364"/>
              </a:buClr>
              <a:buSzPts val="1200"/>
              <a:buFont typeface="Gill Sans"/>
              <a:buChar char="•"/>
            </a:pPr>
            <a:r>
              <a:rPr lang="en-US">
                <a:solidFill>
                  <a:srgbClr val="6D6364"/>
                </a:solidFill>
                <a:latin typeface="Gill Sans"/>
                <a:ea typeface="Gill Sans"/>
                <a:cs typeface="Gill Sans"/>
                <a:sym typeface="Gill Sans"/>
              </a:rPr>
              <a:t>Due to their roles in the household, women are not seen as capable of leading and women who engage in politics are seen as having deserted their families. Many men undermine and prevent women family members from participating in political activities. In some cases, a woman participating in political activities without her husband’s consent has faced violence or divorce. </a:t>
            </a:r>
            <a:endParaRPr>
              <a:solidFill>
                <a:srgbClr val="6D6364"/>
              </a:solidFill>
              <a:latin typeface="Gill Sans"/>
              <a:ea typeface="Gill Sans"/>
              <a:cs typeface="Gill Sans"/>
              <a:sym typeface="Gill Sans"/>
            </a:endParaRPr>
          </a:p>
          <a:p>
            <a:pPr indent="-304800" lvl="0" marL="347345" rtl="0" algn="l">
              <a:spcBef>
                <a:spcPts val="400"/>
              </a:spcBef>
              <a:spcAft>
                <a:spcPts val="0"/>
              </a:spcAft>
              <a:buClr>
                <a:srgbClr val="6D6364"/>
              </a:buClr>
              <a:buSzPts val="1200"/>
              <a:buFont typeface="Gill Sans"/>
              <a:buChar char="●"/>
            </a:pPr>
            <a:r>
              <a:rPr lang="en-US">
                <a:solidFill>
                  <a:srgbClr val="6D6364"/>
                </a:solidFill>
                <a:latin typeface="Gill Sans"/>
                <a:ea typeface="Gill Sans"/>
                <a:cs typeface="Gill Sans"/>
                <a:sym typeface="Gill Sans"/>
              </a:rPr>
              <a:t>Violence against women in politics (VAWP), including online, is common, though underreported for fear of retaliation. Women face both extortion and sextortion within political parties when seeking nominations as candidates, and struggle to escape this violence due to feeling unqualified and incompetent. Although both the National Elections Act and the Political Parties Act prohibit VAWP, political parties’ policies pay little attention to addressing the issue. </a:t>
            </a:r>
            <a:endParaRPr>
              <a:solidFill>
                <a:srgbClr val="6D6364"/>
              </a:solidFill>
              <a:latin typeface="Gill Sans"/>
              <a:ea typeface="Gill Sans"/>
              <a:cs typeface="Gill Sans"/>
              <a:sym typeface="Gill Sans"/>
            </a:endParaRPr>
          </a:p>
          <a:p>
            <a:pPr indent="-304800" lvl="0" marL="457200" rtl="0" algn="just">
              <a:spcBef>
                <a:spcPts val="400"/>
              </a:spcBef>
              <a:spcAft>
                <a:spcPts val="0"/>
              </a:spcAft>
              <a:buClr>
                <a:srgbClr val="6D6364"/>
              </a:buClr>
              <a:buSzPts val="1200"/>
              <a:buFont typeface="Gill Sans"/>
              <a:buChar char="•"/>
            </a:pPr>
            <a:r>
              <a:rPr lang="en-US">
                <a:solidFill>
                  <a:srgbClr val="6D6364"/>
                </a:solidFill>
                <a:latin typeface="Gill Sans"/>
                <a:ea typeface="Gill Sans"/>
                <a:cs typeface="Gill Sans"/>
                <a:sym typeface="Gill Sans"/>
              </a:rPr>
              <a:t>Despite international pressure, Tanzania does not allow independent candidates; therefore, the success of the party depends on the single candidate it selects per electoral constituency or ward. Party nomination committees are often reluctant to select women for these competitive seats, partly due to the belief that voters are less likely to vote for women candidates. </a:t>
            </a:r>
            <a:endParaRPr>
              <a:solidFill>
                <a:srgbClr val="6D6364"/>
              </a:solidFill>
              <a:latin typeface="Gill Sans"/>
              <a:ea typeface="Gill Sans"/>
              <a:cs typeface="Gill Sans"/>
              <a:sym typeface="Gill Sans"/>
            </a:endParaRPr>
          </a:p>
          <a:p>
            <a:pPr indent="-304800" lvl="0" marL="457200" rtl="0" algn="just">
              <a:spcBef>
                <a:spcPts val="400"/>
              </a:spcBef>
              <a:spcAft>
                <a:spcPts val="0"/>
              </a:spcAft>
              <a:buClr>
                <a:srgbClr val="6D6364"/>
              </a:buClr>
              <a:buSzPts val="1200"/>
              <a:buFont typeface="Gill Sans"/>
              <a:buChar char="•"/>
            </a:pPr>
            <a:r>
              <a:rPr lang="en-US">
                <a:solidFill>
                  <a:srgbClr val="6D6364"/>
                </a:solidFill>
                <a:latin typeface="Gill Sans"/>
                <a:ea typeface="Gill Sans"/>
                <a:cs typeface="Gill Sans"/>
                <a:sym typeface="Gill Sans"/>
              </a:rPr>
              <a:t>Political parties have women's wings, but their autonomy is minimal, as they report to and depend primarily on the party to finance capacity-strengthening programs.    </a:t>
            </a:r>
            <a:endParaRPr>
              <a:solidFill>
                <a:srgbClr val="6D6364"/>
              </a:solidFill>
              <a:latin typeface="Gill Sans"/>
              <a:ea typeface="Gill Sans"/>
              <a:cs typeface="Gill Sans"/>
              <a:sym typeface="Gill Sans"/>
            </a:endParaRPr>
          </a:p>
          <a:p>
            <a:pPr indent="-304800" lvl="0" marL="457200" rtl="0" algn="just">
              <a:spcBef>
                <a:spcPts val="400"/>
              </a:spcBef>
              <a:spcAft>
                <a:spcPts val="0"/>
              </a:spcAft>
              <a:buClr>
                <a:srgbClr val="6D6364"/>
              </a:buClr>
              <a:buSzPts val="1200"/>
              <a:buFont typeface="Gill Sans"/>
              <a:buChar char="•"/>
            </a:pPr>
            <a:r>
              <a:rPr lang="en-US">
                <a:solidFill>
                  <a:srgbClr val="6D6364"/>
                </a:solidFill>
                <a:latin typeface="Gill Sans"/>
                <a:ea typeface="Gill Sans"/>
                <a:cs typeface="Gill Sans"/>
                <a:sym typeface="Gill Sans"/>
              </a:rPr>
              <a:t>Constraints on women’s financial autonomy also limit their political activity and ambitions, as transportation to polling stations where they are registered, party membership and candidate nomination fees, and running for office are all expensive.</a:t>
            </a:r>
            <a:endParaRPr>
              <a:solidFill>
                <a:srgbClr val="6D6364"/>
              </a:solidFill>
              <a:latin typeface="Gill Sans"/>
              <a:ea typeface="Gill Sans"/>
              <a:cs typeface="Gill Sans"/>
              <a:sym typeface="Gill Sans"/>
            </a:endParaRPr>
          </a:p>
          <a:p>
            <a:pPr indent="-342900" lvl="0" marL="457200" rtl="0" algn="just">
              <a:spcBef>
                <a:spcPts val="400"/>
              </a:spcBef>
              <a:spcAft>
                <a:spcPts val="0"/>
              </a:spcAft>
              <a:buClr>
                <a:srgbClr val="6D6364"/>
              </a:buClr>
              <a:buSzPts val="1800"/>
              <a:buFont typeface="Gill Sans"/>
              <a:buChar char="•"/>
            </a:pPr>
            <a:r>
              <a:rPr lang="en-US">
                <a:solidFill>
                  <a:srgbClr val="6D6364"/>
                </a:solidFill>
                <a:latin typeface="Gill Sans"/>
                <a:ea typeface="Gill Sans"/>
                <a:cs typeface="Gill Sans"/>
                <a:sym typeface="Gill Sans"/>
              </a:rPr>
              <a:t>Access to information, due to caregiving responsibilities, male-privileged information sharing and illiteracy were factors reported to hinder women’s knowledge about the pathways to participation - such as voter registration. Similarly, there is the view by some that CSOs are enacting foreign agendas and therefore are not seen as viable pathways for political participation.</a:t>
            </a:r>
            <a:endParaRPr>
              <a:solidFill>
                <a:srgbClr val="6D6364"/>
              </a:solidFill>
              <a:latin typeface="Gill Sans"/>
              <a:ea typeface="Gill Sans"/>
              <a:cs typeface="Gill Sans"/>
              <a:sym typeface="Gill Sans"/>
            </a:endParaRPr>
          </a:p>
          <a:p>
            <a:pPr indent="-342900" lvl="0" marL="457200" rtl="0" algn="just">
              <a:spcBef>
                <a:spcPts val="400"/>
              </a:spcBef>
              <a:spcAft>
                <a:spcPts val="0"/>
              </a:spcAft>
              <a:buClr>
                <a:srgbClr val="6D6364"/>
              </a:buClr>
              <a:buSzPts val="1800"/>
              <a:buFont typeface="Gill Sans"/>
              <a:buChar char="•"/>
            </a:pPr>
            <a:r>
              <a:rPr lang="en-US">
                <a:solidFill>
                  <a:srgbClr val="6D6364"/>
                </a:solidFill>
                <a:latin typeface="Gill Sans"/>
                <a:ea typeface="Gill Sans"/>
                <a:cs typeface="Gill Sans"/>
                <a:sym typeface="Gill Sans"/>
              </a:rPr>
              <a:t>Finally, the view that better coordination between Tanzanian and international actors working to further women’s political participation is needed, with longer-term planning and funding streams identified. </a:t>
            </a:r>
            <a:endParaRPr>
              <a:solidFill>
                <a:srgbClr val="6D6364"/>
              </a:solidFill>
              <a:latin typeface="Gill Sans"/>
              <a:ea typeface="Gill Sans"/>
              <a:cs typeface="Gill Sans"/>
              <a:sym typeface="Gill Sans"/>
            </a:endParaRPr>
          </a:p>
          <a:p>
            <a:pPr indent="0" lvl="0" marL="0" rtl="0" algn="l">
              <a:spcBef>
                <a:spcPts val="400"/>
              </a:spcBef>
              <a:spcAft>
                <a:spcPts val="0"/>
              </a:spcAft>
              <a:buClr>
                <a:schemeClr val="dk1"/>
              </a:buClr>
              <a:buSzPts val="1400"/>
              <a:buFont typeface="Arial"/>
              <a:buNone/>
            </a:pPr>
            <a:r>
              <a:t/>
            </a:r>
            <a:endParaRPr/>
          </a:p>
          <a:p>
            <a:pPr indent="0" lvl="0" marL="0" rtl="0" algn="l">
              <a:lnSpc>
                <a:spcPct val="100000"/>
              </a:lnSpc>
              <a:spcBef>
                <a:spcPts val="400"/>
              </a:spcBef>
              <a:spcAft>
                <a:spcPts val="0"/>
              </a:spcAft>
              <a:buSzPts val="1400"/>
              <a:buNone/>
            </a:pPr>
            <a:r>
              <a:t/>
            </a:r>
            <a:endParaRPr>
              <a:solidFill>
                <a:srgbClr val="6D6364"/>
              </a:solidFill>
              <a:latin typeface="Gill Sans"/>
              <a:ea typeface="Gill Sans"/>
              <a:cs typeface="Gill Sans"/>
              <a:sym typeface="Gill Sans"/>
            </a:endParaRPr>
          </a:p>
        </p:txBody>
      </p:sp>
      <p:sp>
        <p:nvSpPr>
          <p:cNvPr id="256" name="Google Shape;256;g1e7a2e74b51_0_2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e7a2e74b51_0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1e7a2e74b51_0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8450" lvl="0" marL="251459" rtl="0" algn="just">
              <a:spcBef>
                <a:spcPts val="0"/>
              </a:spcBef>
              <a:spcAft>
                <a:spcPts val="0"/>
              </a:spcAft>
              <a:buClr>
                <a:schemeClr val="dk1"/>
              </a:buClr>
              <a:buSzPts val="1100"/>
              <a:buFont typeface="Noto Sans Symbols"/>
              <a:buChar char="●"/>
            </a:pPr>
            <a:r>
              <a:rPr lang="en-US" sz="1100">
                <a:solidFill>
                  <a:srgbClr val="6D6364"/>
                </a:solidFill>
                <a:latin typeface="Gill Sans"/>
                <a:ea typeface="Gill Sans"/>
                <a:cs typeface="Gill Sans"/>
                <a:sym typeface="Gill Sans"/>
              </a:rPr>
              <a:t>Though Tanzania has signed and ratified several general international and regional human rights instruments and enshrines gender equality principles in its national laws, there has not yet been full implementation. The special seats system has implementation challenges, but it gives women a guaranteed presence in elected bodies; builds women’s confidence, political knowledge, and financial capacity; and expands their political networks while also giving women political experience and allowing them to ascend to ministerial positions.</a:t>
            </a:r>
            <a:endParaRPr sz="1100">
              <a:solidFill>
                <a:srgbClr val="6D6364"/>
              </a:solidFill>
              <a:latin typeface="Gill Sans"/>
              <a:ea typeface="Gill Sans"/>
              <a:cs typeface="Gill Sans"/>
              <a:sym typeface="Gill Sans"/>
            </a:endParaRPr>
          </a:p>
          <a:p>
            <a:pPr indent="-298450" lvl="0" marL="251459" rtl="0" algn="just">
              <a:spcBef>
                <a:spcPts val="400"/>
              </a:spcBef>
              <a:spcAft>
                <a:spcPts val="0"/>
              </a:spcAft>
              <a:buClr>
                <a:schemeClr val="dk1"/>
              </a:buClr>
              <a:buSzPts val="1100"/>
              <a:buFont typeface="Noto Sans Symbols"/>
              <a:buChar char="●"/>
            </a:pPr>
            <a:r>
              <a:rPr lang="en-US" sz="1100">
                <a:solidFill>
                  <a:srgbClr val="6D6364"/>
                </a:solidFill>
                <a:latin typeface="Gill Sans"/>
                <a:ea typeface="Gill Sans"/>
                <a:cs typeface="Gill Sans"/>
                <a:sym typeface="Gill Sans"/>
              </a:rPr>
              <a:t>There is a growing interest among women in voting, joining political parties, competing in elections, being nominated for political positions, and engaging in civil society organizations (CSOs). However, women need better access to information and improved literacy to engage in politics in greater numbers. In addition, some women also do not see themselves as voters or leaders due to existing societal roles and expectations that undermine women’s confidence and skills. </a:t>
            </a:r>
            <a:endParaRPr sz="1100">
              <a:solidFill>
                <a:srgbClr val="6D6364"/>
              </a:solidFill>
              <a:latin typeface="Gill Sans"/>
              <a:ea typeface="Gill Sans"/>
              <a:cs typeface="Gill Sans"/>
              <a:sym typeface="Gill Sans"/>
            </a:endParaRPr>
          </a:p>
          <a:p>
            <a:pPr indent="-298450" lvl="0" marL="251459" rtl="0" algn="just">
              <a:spcBef>
                <a:spcPts val="400"/>
              </a:spcBef>
              <a:spcAft>
                <a:spcPts val="0"/>
              </a:spcAft>
              <a:buClr>
                <a:schemeClr val="dk1"/>
              </a:buClr>
              <a:buSzPts val="1100"/>
              <a:buFont typeface="Noto Sans Symbols"/>
              <a:buChar char="●"/>
            </a:pPr>
            <a:r>
              <a:rPr lang="en-US" sz="1100">
                <a:solidFill>
                  <a:srgbClr val="6D6364"/>
                </a:solidFill>
                <a:latin typeface="Gill Sans"/>
                <a:ea typeface="Gill Sans"/>
                <a:cs typeface="Gill Sans"/>
                <a:sym typeface="Gill Sans"/>
              </a:rPr>
              <a:t>Women leaders often have opportunities to build their capacity as leaders through work with international organizations, regional parliaments, and organizations, and through the cross-country caucuses of women’s rights organizations (WROs). However, such capacity-building interventions are ad hoc in nature, uncoordinated, and externally funded, hence unsustainable.</a:t>
            </a:r>
            <a:endParaRPr sz="2000">
              <a:solidFill>
                <a:srgbClr val="635C5B"/>
              </a:solidFill>
              <a:latin typeface="Gill Sans"/>
              <a:ea typeface="Gill Sans"/>
              <a:cs typeface="Gill Sans"/>
              <a:sym typeface="Gill Sans"/>
            </a:endParaRPr>
          </a:p>
          <a:p>
            <a:pPr indent="0" lvl="0" marL="0" rtl="0" algn="l">
              <a:spcBef>
                <a:spcPts val="400"/>
              </a:spcBef>
              <a:spcAft>
                <a:spcPts val="0"/>
              </a:spcAft>
              <a:buClr>
                <a:schemeClr val="dk1"/>
              </a:buClr>
              <a:buSzPts val="1400"/>
              <a:buFont typeface="Arial"/>
              <a:buNone/>
            </a:pPr>
            <a:r>
              <a:t/>
            </a:r>
            <a:endParaRPr/>
          </a:p>
          <a:p>
            <a:pPr indent="0" lvl="0" marL="0" rtl="0" algn="l">
              <a:lnSpc>
                <a:spcPct val="100000"/>
              </a:lnSpc>
              <a:spcBef>
                <a:spcPts val="400"/>
              </a:spcBef>
              <a:spcAft>
                <a:spcPts val="0"/>
              </a:spcAft>
              <a:buSzPts val="1400"/>
              <a:buNone/>
            </a:pPr>
            <a:r>
              <a:t/>
            </a:r>
            <a:endParaRPr sz="1100">
              <a:solidFill>
                <a:srgbClr val="6D6364"/>
              </a:solidFill>
              <a:latin typeface="Gill Sans"/>
              <a:ea typeface="Gill Sans"/>
              <a:cs typeface="Gill Sans"/>
              <a:sym typeface="Gill Sans"/>
            </a:endParaRPr>
          </a:p>
        </p:txBody>
      </p:sp>
      <p:sp>
        <p:nvSpPr>
          <p:cNvPr id="264" name="Google Shape;264;g1e7a2e74b51_0_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e7a2e74b51_0_2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1e7a2e74b51_0_2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61950" lvl="0" marL="457200" rtl="0" algn="l">
              <a:spcBef>
                <a:spcPts val="0"/>
              </a:spcBef>
              <a:spcAft>
                <a:spcPts val="0"/>
              </a:spcAft>
              <a:buClr>
                <a:schemeClr val="dk1"/>
              </a:buClr>
              <a:buSzPts val="2100"/>
              <a:buFont typeface="Noto Sans Symbols"/>
              <a:buChar char="•"/>
            </a:pPr>
            <a:r>
              <a:rPr lang="en-US" sz="2100">
                <a:solidFill>
                  <a:srgbClr val="6D6364"/>
                </a:solidFill>
                <a:latin typeface="Gill Sans"/>
                <a:ea typeface="Gill Sans"/>
                <a:cs typeface="Gill Sans"/>
                <a:sym typeface="Gill Sans"/>
              </a:rPr>
              <a:t>Donors should work with CSOs to provide capacity-building support for women aspirants and candidates, including public speaking, fundraising, and political resilience. </a:t>
            </a:r>
            <a:endParaRPr sz="2100">
              <a:solidFill>
                <a:srgbClr val="6D6364"/>
              </a:solidFill>
              <a:latin typeface="Gill Sans"/>
              <a:ea typeface="Gill Sans"/>
              <a:cs typeface="Gill Sans"/>
              <a:sym typeface="Gill Sans"/>
            </a:endParaRPr>
          </a:p>
          <a:p>
            <a:pPr indent="-361950" lvl="0" marL="457200" rtl="0" algn="l">
              <a:spcBef>
                <a:spcPts val="400"/>
              </a:spcBef>
              <a:spcAft>
                <a:spcPts val="0"/>
              </a:spcAft>
              <a:buClr>
                <a:schemeClr val="dk1"/>
              </a:buClr>
              <a:buSzPts val="2100"/>
              <a:buFont typeface="Noto Sans Symbols"/>
              <a:buChar char="•"/>
            </a:pPr>
            <a:r>
              <a:rPr lang="en-US" sz="2100">
                <a:solidFill>
                  <a:srgbClr val="6D6364"/>
                </a:solidFill>
                <a:latin typeface="Gill Sans"/>
                <a:ea typeface="Gill Sans"/>
                <a:cs typeface="Gill Sans"/>
                <a:sym typeface="Gill Sans"/>
              </a:rPr>
              <a:t>Parties, women’s organizations, and parliament should work together to develop a coaching and mentoring program that will provide peer-to-peer support for women to build their confidence and resilience, as well as their skills for political participation.</a:t>
            </a:r>
            <a:endParaRPr sz="2100">
              <a:solidFill>
                <a:srgbClr val="6D6364"/>
              </a:solidFill>
              <a:latin typeface="Gill Sans"/>
              <a:ea typeface="Gill Sans"/>
              <a:cs typeface="Gill Sans"/>
              <a:sym typeface="Gill Sans"/>
            </a:endParaRPr>
          </a:p>
          <a:p>
            <a:pPr indent="-361950" lvl="0" marL="457200" rtl="0" algn="l">
              <a:spcBef>
                <a:spcPts val="400"/>
              </a:spcBef>
              <a:spcAft>
                <a:spcPts val="0"/>
              </a:spcAft>
              <a:buClr>
                <a:schemeClr val="dk1"/>
              </a:buClr>
              <a:buSzPts val="2100"/>
              <a:buFont typeface="Noto Sans Symbols"/>
              <a:buChar char="•"/>
            </a:pPr>
            <a:r>
              <a:rPr lang="en-US" sz="2100">
                <a:solidFill>
                  <a:srgbClr val="6D6364"/>
                </a:solidFill>
                <a:latin typeface="Gill Sans"/>
                <a:ea typeface="Gill Sans"/>
                <a:cs typeface="Gill Sans"/>
                <a:sym typeface="Gill Sans"/>
              </a:rPr>
              <a:t>United Nations agencies, regional parliaments/organizations, and women’s organizations should work cooperatively to provide training for women in parliament on such topics as their roles and responsibilities, effective communication, and negotiation.</a:t>
            </a:r>
            <a:endParaRPr/>
          </a:p>
          <a:p>
            <a:pPr indent="0" lvl="0" marL="0" rtl="0" algn="l">
              <a:lnSpc>
                <a:spcPct val="100000"/>
              </a:lnSpc>
              <a:spcBef>
                <a:spcPts val="400"/>
              </a:spcBef>
              <a:spcAft>
                <a:spcPts val="0"/>
              </a:spcAft>
              <a:buSzPts val="1400"/>
              <a:buNone/>
            </a:pPr>
            <a:r>
              <a:t/>
            </a:r>
            <a:endParaRPr/>
          </a:p>
        </p:txBody>
      </p:sp>
      <p:sp>
        <p:nvSpPr>
          <p:cNvPr id="272" name="Google Shape;272;g1e7a2e74b51_0_2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e7a2e74b51_0_2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1e7a2e74b51_0_2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51459" lvl="0" marL="251459" rtl="0" algn="just">
              <a:lnSpc>
                <a:spcPct val="100000"/>
              </a:lnSpc>
              <a:spcBef>
                <a:spcPts val="0"/>
              </a:spcBef>
              <a:spcAft>
                <a:spcPts val="0"/>
              </a:spcAft>
              <a:buClr>
                <a:schemeClr val="dk1"/>
              </a:buClr>
              <a:buSzPts val="1100"/>
              <a:buFont typeface="Noto Sans Symbols"/>
              <a:buChar char="●"/>
            </a:pPr>
            <a:r>
              <a:rPr lang="en-US" sz="1100">
                <a:solidFill>
                  <a:srgbClr val="6D6364"/>
                </a:solidFill>
                <a:latin typeface="Gill Sans"/>
                <a:ea typeface="Gill Sans"/>
                <a:cs typeface="Gill Sans"/>
                <a:sym typeface="Gill Sans"/>
              </a:rPr>
              <a:t>Development partners should provide support to Tanzanian stakeholders to 1) ensure that the current review of laws is inclusive and that women’s groups are represented in these conversations, and 2) provide comparative technical expertise regarding potential legal reforms that could better support women’s political participation.</a:t>
            </a:r>
            <a:endParaRPr sz="1100">
              <a:solidFill>
                <a:srgbClr val="6D6364"/>
              </a:solidFill>
              <a:latin typeface="Gill Sans"/>
              <a:ea typeface="Gill Sans"/>
              <a:cs typeface="Gill Sans"/>
              <a:sym typeface="Gill Sans"/>
            </a:endParaRPr>
          </a:p>
          <a:p>
            <a:pPr indent="-251459" lvl="0" marL="251459" rtl="0" algn="just">
              <a:lnSpc>
                <a:spcPct val="100000"/>
              </a:lnSpc>
              <a:spcBef>
                <a:spcPts val="400"/>
              </a:spcBef>
              <a:spcAft>
                <a:spcPts val="0"/>
              </a:spcAft>
              <a:buClr>
                <a:schemeClr val="dk1"/>
              </a:buClr>
              <a:buSzPts val="1100"/>
              <a:buFont typeface="Noto Sans Symbols"/>
              <a:buChar char="●"/>
            </a:pPr>
            <a:r>
              <a:rPr lang="en-US" sz="1100">
                <a:solidFill>
                  <a:srgbClr val="6D6364"/>
                </a:solidFill>
                <a:latin typeface="Gill Sans"/>
                <a:ea typeface="Gill Sans"/>
                <a:cs typeface="Gill Sans"/>
                <a:sym typeface="Gill Sans"/>
              </a:rPr>
              <a:t>The Tanzanian government should amend the Political Parties Amendment Act to ensure parties are held accountable to meaningfully promote WPPL and require that each political party has a gender policy and a 20 percent quota for open constituencies, and that 40 percent of its leadership be women.</a:t>
            </a:r>
            <a:endParaRPr sz="1100">
              <a:solidFill>
                <a:srgbClr val="6D6364"/>
              </a:solidFill>
              <a:latin typeface="Gill Sans"/>
              <a:ea typeface="Gill Sans"/>
              <a:cs typeface="Gill Sans"/>
              <a:sym typeface="Gill Sans"/>
            </a:endParaRPr>
          </a:p>
          <a:p>
            <a:pPr indent="-251459" lvl="0" marL="251459" rtl="0" algn="just">
              <a:lnSpc>
                <a:spcPct val="100000"/>
              </a:lnSpc>
              <a:spcBef>
                <a:spcPts val="400"/>
              </a:spcBef>
              <a:spcAft>
                <a:spcPts val="0"/>
              </a:spcAft>
              <a:buClr>
                <a:schemeClr val="dk1"/>
              </a:buClr>
              <a:buSzPts val="1100"/>
              <a:buFont typeface="Noto Sans Symbols"/>
              <a:buChar char="●"/>
            </a:pPr>
            <a:r>
              <a:rPr lang="en-US" sz="1100">
                <a:solidFill>
                  <a:srgbClr val="6D6364"/>
                </a:solidFill>
                <a:latin typeface="Gill Sans"/>
                <a:ea typeface="Gill Sans"/>
                <a:cs typeface="Gill Sans"/>
                <a:sym typeface="Gill Sans"/>
              </a:rPr>
              <a:t>The Tanzanian government should create a new framework for the special seats system, including guidelines for selecting women for special seats, allowing women elected to special seats to be nominated as prime ministers, and providing these elected officials with funding. </a:t>
            </a:r>
            <a:endParaRPr sz="1100">
              <a:solidFill>
                <a:srgbClr val="6D6364"/>
              </a:solidFill>
              <a:latin typeface="Gill Sans"/>
              <a:ea typeface="Gill Sans"/>
              <a:cs typeface="Gill Sans"/>
              <a:sym typeface="Gill Sans"/>
            </a:endParaRPr>
          </a:p>
          <a:p>
            <a:pPr indent="-251459" lvl="0" marL="251459" rtl="0" algn="just">
              <a:lnSpc>
                <a:spcPct val="100000"/>
              </a:lnSpc>
              <a:spcBef>
                <a:spcPts val="400"/>
              </a:spcBef>
              <a:spcAft>
                <a:spcPts val="400"/>
              </a:spcAft>
              <a:buClr>
                <a:schemeClr val="dk1"/>
              </a:buClr>
              <a:buSzPts val="1100"/>
              <a:buFont typeface="Noto Sans Symbols"/>
              <a:buChar char="●"/>
            </a:pPr>
            <a:r>
              <a:rPr lang="en-US" sz="1100">
                <a:solidFill>
                  <a:srgbClr val="6D6364"/>
                </a:solidFill>
                <a:latin typeface="Gill Sans"/>
                <a:ea typeface="Gill Sans"/>
                <a:cs typeface="Gill Sans"/>
                <a:sym typeface="Gill Sans"/>
              </a:rPr>
              <a:t>Political parties must address violence against women politicians and democratize internal party processes and policies. This could include awareness-raising within parties, having redress mechanisms, ensuring women’s presence in candidate nomination committees, adopting voluntary candidate quotas, reconsidering candidate requirements, and ensuring special seats are not used to discourage and screen women from running in competitive seats.</a:t>
            </a:r>
            <a:endParaRPr/>
          </a:p>
        </p:txBody>
      </p:sp>
      <p:sp>
        <p:nvSpPr>
          <p:cNvPr id="280" name="Google Shape;280;g1e7a2e74b51_0_2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e7a2e74b51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1e7a2e74b51_0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36550" lvl="0" marL="457200" rtl="0" algn="just">
              <a:spcBef>
                <a:spcPts val="0"/>
              </a:spcBef>
              <a:spcAft>
                <a:spcPts val="0"/>
              </a:spcAft>
              <a:buClr>
                <a:schemeClr val="dk1"/>
              </a:buClr>
              <a:buSzPts val="1700"/>
              <a:buFont typeface="Noto Sans Symbols"/>
              <a:buChar char="•"/>
            </a:pPr>
            <a:r>
              <a:rPr lang="en-US" sz="1700">
                <a:solidFill>
                  <a:srgbClr val="6D6364"/>
                </a:solidFill>
                <a:latin typeface="Gill Sans"/>
                <a:ea typeface="Gill Sans"/>
                <a:cs typeface="Gill Sans"/>
                <a:sym typeface="Gill Sans"/>
              </a:rPr>
              <a:t>Donors should emphasize programming for men that changes regressive attitudes impeding women from participating in political processes and improves men’s understanding of power-sharing, privilege, and gender equality.  </a:t>
            </a:r>
            <a:endParaRPr sz="1700">
              <a:solidFill>
                <a:srgbClr val="6D6364"/>
              </a:solidFill>
              <a:latin typeface="Gill Sans"/>
              <a:ea typeface="Gill Sans"/>
              <a:cs typeface="Gill Sans"/>
              <a:sym typeface="Gill Sans"/>
            </a:endParaRPr>
          </a:p>
          <a:p>
            <a:pPr indent="-336550" lvl="0" marL="457200" rtl="0" algn="just">
              <a:spcBef>
                <a:spcPts val="400"/>
              </a:spcBef>
              <a:spcAft>
                <a:spcPts val="0"/>
              </a:spcAft>
              <a:buClr>
                <a:schemeClr val="dk1"/>
              </a:buClr>
              <a:buSzPts val="1700"/>
              <a:buFont typeface="Noto Sans Symbols"/>
              <a:buChar char="•"/>
            </a:pPr>
            <a:r>
              <a:rPr lang="en-US" sz="1700">
                <a:solidFill>
                  <a:srgbClr val="6D6364"/>
                </a:solidFill>
                <a:latin typeface="Gill Sans"/>
                <a:ea typeface="Gill Sans"/>
                <a:cs typeface="Gill Sans"/>
                <a:sym typeface="Gill Sans"/>
              </a:rPr>
              <a:t>Donors should support WROs in undertaking a comprehensive initiative to address violence against women in politics and public life. A capacity-strengthening mechanism for WROs should support the development of programming at the village, street, and ward levels—in addition to the national level. </a:t>
            </a:r>
            <a:endParaRPr sz="1700">
              <a:solidFill>
                <a:srgbClr val="6D6364"/>
              </a:solidFill>
              <a:latin typeface="Gill Sans"/>
              <a:ea typeface="Gill Sans"/>
              <a:cs typeface="Gill Sans"/>
              <a:sym typeface="Gill Sans"/>
            </a:endParaRPr>
          </a:p>
          <a:p>
            <a:pPr indent="-336550" lvl="0" marL="457200" rtl="0" algn="just">
              <a:spcBef>
                <a:spcPts val="400"/>
              </a:spcBef>
              <a:spcAft>
                <a:spcPts val="0"/>
              </a:spcAft>
              <a:buClr>
                <a:schemeClr val="dk1"/>
              </a:buClr>
              <a:buSzPts val="1700"/>
              <a:buFont typeface="Noto Sans Symbols"/>
              <a:buChar char="•"/>
            </a:pPr>
            <a:r>
              <a:rPr lang="en-US" sz="1700">
                <a:solidFill>
                  <a:srgbClr val="6D6364"/>
                </a:solidFill>
                <a:latin typeface="Gill Sans"/>
                <a:ea typeface="Gill Sans"/>
                <a:cs typeface="Gill Sans"/>
                <a:sym typeface="Gill Sans"/>
              </a:rPr>
              <a:t>CSOs and the Ministry of Education should support leadership development and norms transformation, including as part of the school curriculum. Young people therefore need to be engaged to develop progressive attitudes about gender equality that translate into inclusive behaviors. </a:t>
            </a:r>
            <a:endParaRPr sz="1700">
              <a:solidFill>
                <a:srgbClr val="6D6364"/>
              </a:solidFill>
              <a:latin typeface="Gill Sans"/>
              <a:ea typeface="Gill Sans"/>
              <a:cs typeface="Gill Sans"/>
              <a:sym typeface="Gill Sans"/>
            </a:endParaRPr>
          </a:p>
          <a:p>
            <a:pPr indent="-336550" lvl="0" marL="457200" rtl="0" algn="just">
              <a:spcBef>
                <a:spcPts val="400"/>
              </a:spcBef>
              <a:spcAft>
                <a:spcPts val="400"/>
              </a:spcAft>
              <a:buClr>
                <a:schemeClr val="dk1"/>
              </a:buClr>
              <a:buSzPts val="1700"/>
              <a:buFont typeface="Noto Sans Symbols"/>
              <a:buChar char="•"/>
            </a:pPr>
            <a:r>
              <a:rPr lang="en-US" sz="1700">
                <a:solidFill>
                  <a:srgbClr val="6D6364"/>
                </a:solidFill>
                <a:latin typeface="Gill Sans"/>
                <a:ea typeface="Gill Sans"/>
                <a:cs typeface="Gill Sans"/>
                <a:sym typeface="Gill Sans"/>
              </a:rPr>
              <a:t>Donors and CSOs should engage with media to provide more gender-sensitive coverage. Journalists, editors, and other media professionals would benefit from training on how to provide more gender-sensitive media coverage.</a:t>
            </a:r>
            <a:endParaRPr sz="1700">
              <a:solidFill>
                <a:srgbClr val="6D6364"/>
              </a:solidFill>
              <a:latin typeface="Gill Sans"/>
              <a:ea typeface="Gill Sans"/>
              <a:cs typeface="Gill Sans"/>
              <a:sym typeface="Gill Sans"/>
            </a:endParaRPr>
          </a:p>
        </p:txBody>
      </p:sp>
      <p:sp>
        <p:nvSpPr>
          <p:cNvPr id="288" name="Google Shape;288;g1e7a2e74b51_0_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Full Red" type="titleOnly">
  <p:cSld name="TITLE_ONLY">
    <p:bg>
      <p:bgPr>
        <a:solidFill>
          <a:srgbClr val="BA0C2F"/>
        </a:solidFill>
      </p:bgPr>
    </p:bg>
    <p:spTree>
      <p:nvGrpSpPr>
        <p:cNvPr id="15" name="Shape 15"/>
        <p:cNvGrpSpPr/>
        <p:nvPr/>
      </p:nvGrpSpPr>
      <p:grpSpPr>
        <a:xfrm>
          <a:off x="0" y="0"/>
          <a:ext cx="0" cy="0"/>
          <a:chOff x="0" y="0"/>
          <a:chExt cx="0" cy="0"/>
        </a:xfrm>
      </p:grpSpPr>
      <p:sp>
        <p:nvSpPr>
          <p:cNvPr id="16" name="Google Shape;16;p15"/>
          <p:cNvSpPr txBox="1"/>
          <p:nvPr>
            <p:ph type="title"/>
          </p:nvPr>
        </p:nvSpPr>
        <p:spPr>
          <a:xfrm>
            <a:off x="1143000" y="827782"/>
            <a:ext cx="5486400" cy="58473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FFFFFF"/>
              </a:buClr>
              <a:buSzPts val="3200"/>
              <a:buFont typeface="Gill Sans"/>
              <a:buNone/>
              <a:defRPr sz="32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5"/>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id="19" name="Google Shape;19;p15"/>
          <p:cNvPicPr preferRelativeResize="0"/>
          <p:nvPr/>
        </p:nvPicPr>
        <p:blipFill rotWithShape="1">
          <a:blip r:embed="rId2">
            <a:alphaModFix/>
          </a:blip>
          <a:srcRect b="0" l="0" r="0" t="0"/>
          <a:stretch/>
        </p:blipFill>
        <p:spPr>
          <a:xfrm>
            <a:off x="692285" y="5943600"/>
            <a:ext cx="1524000" cy="457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Gray 1 Content">
  <p:cSld name="Red/Gray 1 Content">
    <p:bg>
      <p:bgPr>
        <a:solidFill>
          <a:srgbClr val="E7E7E5"/>
        </a:solidFill>
      </p:bgPr>
    </p:bg>
    <p:spTree>
      <p:nvGrpSpPr>
        <p:cNvPr id="20" name="Shape 20"/>
        <p:cNvGrpSpPr/>
        <p:nvPr/>
      </p:nvGrpSpPr>
      <p:grpSpPr>
        <a:xfrm>
          <a:off x="0" y="0"/>
          <a:ext cx="0" cy="0"/>
          <a:chOff x="0" y="0"/>
          <a:chExt cx="0" cy="0"/>
        </a:xfrm>
      </p:grpSpPr>
      <p:sp>
        <p:nvSpPr>
          <p:cNvPr id="21" name="Google Shape;21;p17"/>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6C6463"/>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17"/>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 type="body"/>
          </p:nvPr>
        </p:nvSpPr>
        <p:spPr>
          <a:xfrm>
            <a:off x="685800" y="1488557"/>
            <a:ext cx="7772400"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4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Gray 1 Content + Right Photo">
  <p:cSld name="Red/Gray 1 Content + Right Photo">
    <p:bg>
      <p:bgPr>
        <a:solidFill>
          <a:srgbClr val="E7E7E5"/>
        </a:solidFill>
      </p:bgPr>
    </p:bg>
    <p:spTree>
      <p:nvGrpSpPr>
        <p:cNvPr id="25" name="Shape 25"/>
        <p:cNvGrpSpPr/>
        <p:nvPr/>
      </p:nvGrpSpPr>
      <p:grpSpPr>
        <a:xfrm>
          <a:off x="0" y="0"/>
          <a:ext cx="0" cy="0"/>
          <a:chOff x="0" y="0"/>
          <a:chExt cx="0" cy="0"/>
        </a:xfrm>
      </p:grpSpPr>
      <p:sp>
        <p:nvSpPr>
          <p:cNvPr id="26" name="Google Shape;26;p16"/>
          <p:cNvSpPr/>
          <p:nvPr>
            <p:ph idx="2" type="pic"/>
          </p:nvPr>
        </p:nvSpPr>
        <p:spPr>
          <a:xfrm>
            <a:off x="4572000" y="152400"/>
            <a:ext cx="4419600" cy="6553200"/>
          </a:xfrm>
          <a:prstGeom prst="rect">
            <a:avLst/>
          </a:prstGeom>
          <a:solidFill>
            <a:srgbClr val="FFFFFF"/>
          </a:solidFill>
          <a:ln>
            <a:noFill/>
          </a:ln>
        </p:spPr>
      </p:sp>
      <p:sp>
        <p:nvSpPr>
          <p:cNvPr id="27" name="Google Shape;27;p16"/>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6C6463"/>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6"/>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16"/>
          <p:cNvSpPr txBox="1"/>
          <p:nvPr>
            <p:ph idx="1" type="body"/>
          </p:nvPr>
        </p:nvSpPr>
        <p:spPr>
          <a:xfrm>
            <a:off x="685800" y="1913859"/>
            <a:ext cx="3657600" cy="4258341"/>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p16"/>
          <p:cNvSpPr txBox="1"/>
          <p:nvPr>
            <p:ph type="title"/>
          </p:nvPr>
        </p:nvSpPr>
        <p:spPr>
          <a:xfrm>
            <a:off x="685800" y="1274912"/>
            <a:ext cx="3657296" cy="52318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3" type="body"/>
          </p:nvPr>
        </p:nvSpPr>
        <p:spPr>
          <a:xfrm rot="-5400000">
            <a:off x="75276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Full Photo">
  <p:cSld name="Cover - Full Photo">
    <p:bg>
      <p:bgPr>
        <a:solidFill>
          <a:schemeClr val="lt2"/>
        </a:solidFill>
      </p:bgPr>
    </p:bg>
    <p:spTree>
      <p:nvGrpSpPr>
        <p:cNvPr id="32" name="Shape 32"/>
        <p:cNvGrpSpPr/>
        <p:nvPr/>
      </p:nvGrpSpPr>
      <p:grpSpPr>
        <a:xfrm>
          <a:off x="0" y="0"/>
          <a:ext cx="0" cy="0"/>
          <a:chOff x="0" y="0"/>
          <a:chExt cx="0" cy="0"/>
        </a:xfrm>
      </p:grpSpPr>
      <p:pic>
        <p:nvPicPr>
          <p:cNvPr id="33" name="Google Shape;33;p14"/>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34" name="Google Shape;34;p14"/>
          <p:cNvSpPr txBox="1"/>
          <p:nvPr>
            <p:ph type="ctrTitle"/>
          </p:nvPr>
        </p:nvSpPr>
        <p:spPr>
          <a:xfrm>
            <a:off x="685800" y="2133600"/>
            <a:ext cx="5486400" cy="1600200"/>
          </a:xfrm>
          <a:prstGeom prst="rect">
            <a:avLst/>
          </a:prstGeom>
          <a:solidFill>
            <a:schemeClr val="dk1">
              <a:alpha val="47843"/>
            </a:schemeClr>
          </a:solidFill>
          <a:ln>
            <a:noFill/>
          </a:ln>
          <a:effectLst>
            <a:outerShdw blurRad="254000" rotWithShape="0" algn="tl">
              <a:srgbClr val="000000">
                <a:alpha val="20000"/>
              </a:srgbClr>
            </a:outerShdw>
          </a:effectLst>
        </p:spPr>
        <p:txBody>
          <a:bodyPr anchorCtr="0" anchor="b" bIns="45700" lIns="91425" spcFirstLastPara="1" rIns="91425" wrap="square" tIns="45700">
            <a:normAutofit/>
          </a:bodyPr>
          <a:lstStyle>
            <a:lvl1pPr lvl="0" algn="l">
              <a:lnSpc>
                <a:spcPct val="100000"/>
              </a:lnSpc>
              <a:spcBef>
                <a:spcPts val="0"/>
              </a:spcBef>
              <a:spcAft>
                <a:spcPts val="0"/>
              </a:spcAft>
              <a:buClr>
                <a:schemeClr val="accent6"/>
              </a:buClr>
              <a:buSzPts val="3200"/>
              <a:buFont typeface="Gill Sans"/>
              <a:buNone/>
              <a:defRPr sz="3200">
                <a:solidFill>
                  <a:schemeClr val="accent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subTitle"/>
          </p:nvPr>
        </p:nvSpPr>
        <p:spPr>
          <a:xfrm>
            <a:off x="685800" y="4114800"/>
            <a:ext cx="3429000" cy="1600200"/>
          </a:xfrm>
          <a:prstGeom prst="rect">
            <a:avLst/>
          </a:prstGeom>
          <a:solidFill>
            <a:schemeClr val="dk1">
              <a:alpha val="47843"/>
            </a:schemeClr>
          </a:solidFill>
          <a:ln>
            <a:noFill/>
          </a:ln>
          <a:effectLst>
            <a:outerShdw blurRad="254000" rotWithShape="0" algn="tl">
              <a:srgbClr val="000000">
                <a:alpha val="40000"/>
              </a:srgbClr>
            </a:outerShdw>
          </a:effectLst>
        </p:spPr>
        <p:txBody>
          <a:bodyPr anchorCtr="0" anchor="t" bIns="45700" lIns="91425" spcFirstLastPara="1" rIns="91425" wrap="square" tIns="45700">
            <a:normAutofit/>
          </a:bodyPr>
          <a:lstStyle>
            <a:lvl1pPr lvl="0" algn="l">
              <a:lnSpc>
                <a:spcPct val="100000"/>
              </a:lnSpc>
              <a:spcBef>
                <a:spcPts val="0"/>
              </a:spcBef>
              <a:spcAft>
                <a:spcPts val="0"/>
              </a:spcAft>
              <a:buClr>
                <a:schemeClr val="accent6"/>
              </a:buClr>
              <a:buSzPts val="1800"/>
              <a:buNone/>
              <a:defRPr sz="1800">
                <a:solidFill>
                  <a:schemeClr val="accent6"/>
                </a:solidFill>
              </a:defRPr>
            </a:lvl1pPr>
            <a:lvl2pPr lvl="1" algn="ctr">
              <a:lnSpc>
                <a:spcPct val="100000"/>
              </a:lnSpc>
              <a:spcBef>
                <a:spcPts val="1200"/>
              </a:spcBef>
              <a:spcAft>
                <a:spcPts val="0"/>
              </a:spcAft>
              <a:buClr>
                <a:srgbClr val="8A8B8A"/>
              </a:buClr>
              <a:buSzPts val="2000"/>
              <a:buNone/>
              <a:defRPr>
                <a:solidFill>
                  <a:srgbClr val="8A8B8A"/>
                </a:solidFill>
              </a:defRPr>
            </a:lvl2pPr>
            <a:lvl3pPr lvl="2" algn="ctr">
              <a:lnSpc>
                <a:spcPct val="100000"/>
              </a:lnSpc>
              <a:spcBef>
                <a:spcPts val="1200"/>
              </a:spcBef>
              <a:spcAft>
                <a:spcPts val="0"/>
              </a:spcAft>
              <a:buClr>
                <a:srgbClr val="8A8B8A"/>
              </a:buClr>
              <a:buSzPts val="1800"/>
              <a:buNone/>
              <a:defRPr>
                <a:solidFill>
                  <a:srgbClr val="8A8B8A"/>
                </a:solidFill>
              </a:defRPr>
            </a:lvl3pPr>
            <a:lvl4pPr lvl="3" algn="ctr">
              <a:lnSpc>
                <a:spcPct val="100000"/>
              </a:lnSpc>
              <a:spcBef>
                <a:spcPts val="320"/>
              </a:spcBef>
              <a:spcAft>
                <a:spcPts val="0"/>
              </a:spcAft>
              <a:buClr>
                <a:srgbClr val="8A8B8A"/>
              </a:buClr>
              <a:buSzPts val="1600"/>
              <a:buNone/>
              <a:defRPr>
                <a:solidFill>
                  <a:srgbClr val="8A8B8A"/>
                </a:solidFill>
              </a:defRPr>
            </a:lvl4pPr>
            <a:lvl5pPr lvl="4" algn="ctr">
              <a:lnSpc>
                <a:spcPct val="100000"/>
              </a:lnSpc>
              <a:spcBef>
                <a:spcPts val="280"/>
              </a:spcBef>
              <a:spcAft>
                <a:spcPts val="0"/>
              </a:spcAft>
              <a:buClr>
                <a:srgbClr val="8A8B8A"/>
              </a:buClr>
              <a:buSzPts val="1400"/>
              <a:buNone/>
              <a:defRPr>
                <a:solidFill>
                  <a:srgbClr val="8A8B8A"/>
                </a:solidFill>
              </a:defRPr>
            </a:lvl5pPr>
            <a:lvl6pPr lvl="5" algn="ctr">
              <a:lnSpc>
                <a:spcPct val="100000"/>
              </a:lnSpc>
              <a:spcBef>
                <a:spcPts val="400"/>
              </a:spcBef>
              <a:spcAft>
                <a:spcPts val="0"/>
              </a:spcAft>
              <a:buClr>
                <a:srgbClr val="8A8B8A"/>
              </a:buClr>
              <a:buSzPts val="2000"/>
              <a:buNone/>
              <a:defRPr>
                <a:solidFill>
                  <a:srgbClr val="8A8B8A"/>
                </a:solidFill>
              </a:defRPr>
            </a:lvl6pPr>
            <a:lvl7pPr lvl="6" algn="ctr">
              <a:lnSpc>
                <a:spcPct val="100000"/>
              </a:lnSpc>
              <a:spcBef>
                <a:spcPts val="400"/>
              </a:spcBef>
              <a:spcAft>
                <a:spcPts val="0"/>
              </a:spcAft>
              <a:buClr>
                <a:srgbClr val="8A8B8A"/>
              </a:buClr>
              <a:buSzPts val="2000"/>
              <a:buNone/>
              <a:defRPr>
                <a:solidFill>
                  <a:srgbClr val="8A8B8A"/>
                </a:solidFill>
              </a:defRPr>
            </a:lvl7pPr>
            <a:lvl8pPr lvl="7" algn="ctr">
              <a:lnSpc>
                <a:spcPct val="100000"/>
              </a:lnSpc>
              <a:spcBef>
                <a:spcPts val="400"/>
              </a:spcBef>
              <a:spcAft>
                <a:spcPts val="0"/>
              </a:spcAft>
              <a:buClr>
                <a:srgbClr val="8A8B8A"/>
              </a:buClr>
              <a:buSzPts val="2000"/>
              <a:buNone/>
              <a:defRPr>
                <a:solidFill>
                  <a:srgbClr val="8A8B8A"/>
                </a:solidFill>
              </a:defRPr>
            </a:lvl8pPr>
            <a:lvl9pPr lvl="8" algn="ctr">
              <a:lnSpc>
                <a:spcPct val="100000"/>
              </a:lnSpc>
              <a:spcBef>
                <a:spcPts val="400"/>
              </a:spcBef>
              <a:spcAft>
                <a:spcPts val="0"/>
              </a:spcAft>
              <a:buClr>
                <a:srgbClr val="8A8B8A"/>
              </a:buClr>
              <a:buSzPts val="2000"/>
              <a:buNone/>
              <a:defRPr>
                <a:solidFill>
                  <a:srgbClr val="8A8B8A"/>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Gray 1 Content + Bottom Photo">
  <p:cSld name="Red/Gray 1 Content + Bottom Photo">
    <p:bg>
      <p:bgPr>
        <a:solidFill>
          <a:srgbClr val="E7E7E5"/>
        </a:solidFill>
      </p:bgPr>
    </p:bg>
    <p:spTree>
      <p:nvGrpSpPr>
        <p:cNvPr id="36" name="Shape 36"/>
        <p:cNvGrpSpPr/>
        <p:nvPr/>
      </p:nvGrpSpPr>
      <p:grpSpPr>
        <a:xfrm>
          <a:off x="0" y="0"/>
          <a:ext cx="0" cy="0"/>
          <a:chOff x="0" y="0"/>
          <a:chExt cx="0" cy="0"/>
        </a:xfrm>
      </p:grpSpPr>
      <p:sp>
        <p:nvSpPr>
          <p:cNvPr id="37" name="Google Shape;37;p18"/>
          <p:cNvSpPr/>
          <p:nvPr>
            <p:ph idx="2" type="pic"/>
          </p:nvPr>
        </p:nvSpPr>
        <p:spPr>
          <a:xfrm>
            <a:off x="152400" y="3429000"/>
            <a:ext cx="8839200" cy="3276600"/>
          </a:xfrm>
          <a:prstGeom prst="rect">
            <a:avLst/>
          </a:prstGeom>
          <a:solidFill>
            <a:schemeClr val="accent6"/>
          </a:solidFill>
          <a:ln>
            <a:noFill/>
          </a:ln>
        </p:spPr>
      </p:sp>
      <p:sp>
        <p:nvSpPr>
          <p:cNvPr id="38" name="Google Shape;38;p18"/>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18"/>
          <p:cNvSpPr txBox="1"/>
          <p:nvPr>
            <p:ph idx="1" type="body"/>
          </p:nvPr>
        </p:nvSpPr>
        <p:spPr>
          <a:xfrm rot="-5400000">
            <a:off x="7527667" y="47082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 name="Google Shape;41;p18"/>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3" type="body"/>
          </p:nvPr>
        </p:nvSpPr>
        <p:spPr>
          <a:xfrm>
            <a:off x="685800" y="1488557"/>
            <a:ext cx="7772400" cy="1679945"/>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Full Red">
  <p:cSld name="Cover - Full Red">
    <p:bg>
      <p:bgPr>
        <a:solidFill>
          <a:srgbClr val="BA0C2F"/>
        </a:solidFill>
      </p:bgPr>
    </p:bg>
    <p:spTree>
      <p:nvGrpSpPr>
        <p:cNvPr id="43" name="Shape 43"/>
        <p:cNvGrpSpPr/>
        <p:nvPr/>
      </p:nvGrpSpPr>
      <p:grpSpPr>
        <a:xfrm>
          <a:off x="0" y="0"/>
          <a:ext cx="0" cy="0"/>
          <a:chOff x="0" y="0"/>
          <a:chExt cx="0" cy="0"/>
        </a:xfrm>
      </p:grpSpPr>
      <p:sp>
        <p:nvSpPr>
          <p:cNvPr id="44" name="Google Shape;44;p19"/>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9"/>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19"/>
          <p:cNvSpPr txBox="1"/>
          <p:nvPr>
            <p:ph type="ctrTitle"/>
          </p:nvPr>
        </p:nvSpPr>
        <p:spPr>
          <a:xfrm>
            <a:off x="685800" y="2133600"/>
            <a:ext cx="5486400"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3200"/>
              <a:buFont typeface="Gill Sans"/>
              <a:buNone/>
              <a:defRPr sz="3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9"/>
          <p:cNvSpPr txBox="1"/>
          <p:nvPr>
            <p:ph idx="1" type="subTitle"/>
          </p:nvPr>
        </p:nvSpPr>
        <p:spPr>
          <a:xfrm>
            <a:off x="685800" y="4114800"/>
            <a:ext cx="3429000" cy="16002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FFFFFF"/>
              </a:buClr>
              <a:buSzPts val="1800"/>
              <a:buNone/>
              <a:defRPr sz="1800">
                <a:solidFill>
                  <a:srgbClr val="FFFFFF"/>
                </a:solidFill>
                <a:latin typeface="Gill Sans"/>
                <a:ea typeface="Gill Sans"/>
                <a:cs typeface="Gill Sans"/>
                <a:sym typeface="Gill Sans"/>
              </a:defRPr>
            </a:lvl1pPr>
            <a:lvl2pPr lvl="1" algn="ctr">
              <a:lnSpc>
                <a:spcPct val="100000"/>
              </a:lnSpc>
              <a:spcBef>
                <a:spcPts val="1200"/>
              </a:spcBef>
              <a:spcAft>
                <a:spcPts val="0"/>
              </a:spcAft>
              <a:buClr>
                <a:srgbClr val="8A8B8A"/>
              </a:buClr>
              <a:buSzPts val="2000"/>
              <a:buNone/>
              <a:defRPr>
                <a:solidFill>
                  <a:srgbClr val="8A8B8A"/>
                </a:solidFill>
              </a:defRPr>
            </a:lvl2pPr>
            <a:lvl3pPr lvl="2" algn="ctr">
              <a:lnSpc>
                <a:spcPct val="100000"/>
              </a:lnSpc>
              <a:spcBef>
                <a:spcPts val="1200"/>
              </a:spcBef>
              <a:spcAft>
                <a:spcPts val="0"/>
              </a:spcAft>
              <a:buClr>
                <a:srgbClr val="8A8B8A"/>
              </a:buClr>
              <a:buSzPts val="1800"/>
              <a:buNone/>
              <a:defRPr>
                <a:solidFill>
                  <a:srgbClr val="8A8B8A"/>
                </a:solidFill>
              </a:defRPr>
            </a:lvl3pPr>
            <a:lvl4pPr lvl="3" algn="ctr">
              <a:lnSpc>
                <a:spcPct val="100000"/>
              </a:lnSpc>
              <a:spcBef>
                <a:spcPts val="320"/>
              </a:spcBef>
              <a:spcAft>
                <a:spcPts val="0"/>
              </a:spcAft>
              <a:buClr>
                <a:srgbClr val="8A8B8A"/>
              </a:buClr>
              <a:buSzPts val="1600"/>
              <a:buNone/>
              <a:defRPr>
                <a:solidFill>
                  <a:srgbClr val="8A8B8A"/>
                </a:solidFill>
              </a:defRPr>
            </a:lvl4pPr>
            <a:lvl5pPr lvl="4" algn="ctr">
              <a:lnSpc>
                <a:spcPct val="100000"/>
              </a:lnSpc>
              <a:spcBef>
                <a:spcPts val="280"/>
              </a:spcBef>
              <a:spcAft>
                <a:spcPts val="0"/>
              </a:spcAft>
              <a:buClr>
                <a:srgbClr val="8A8B8A"/>
              </a:buClr>
              <a:buSzPts val="1400"/>
              <a:buNone/>
              <a:defRPr>
                <a:solidFill>
                  <a:srgbClr val="8A8B8A"/>
                </a:solidFill>
              </a:defRPr>
            </a:lvl5pPr>
            <a:lvl6pPr lvl="5" algn="ctr">
              <a:lnSpc>
                <a:spcPct val="100000"/>
              </a:lnSpc>
              <a:spcBef>
                <a:spcPts val="400"/>
              </a:spcBef>
              <a:spcAft>
                <a:spcPts val="0"/>
              </a:spcAft>
              <a:buClr>
                <a:srgbClr val="8A8B8A"/>
              </a:buClr>
              <a:buSzPts val="2000"/>
              <a:buNone/>
              <a:defRPr>
                <a:solidFill>
                  <a:srgbClr val="8A8B8A"/>
                </a:solidFill>
              </a:defRPr>
            </a:lvl6pPr>
            <a:lvl7pPr lvl="6" algn="ctr">
              <a:lnSpc>
                <a:spcPct val="100000"/>
              </a:lnSpc>
              <a:spcBef>
                <a:spcPts val="400"/>
              </a:spcBef>
              <a:spcAft>
                <a:spcPts val="0"/>
              </a:spcAft>
              <a:buClr>
                <a:srgbClr val="8A8B8A"/>
              </a:buClr>
              <a:buSzPts val="2000"/>
              <a:buNone/>
              <a:defRPr>
                <a:solidFill>
                  <a:srgbClr val="8A8B8A"/>
                </a:solidFill>
              </a:defRPr>
            </a:lvl7pPr>
            <a:lvl8pPr lvl="7" algn="ctr">
              <a:lnSpc>
                <a:spcPct val="100000"/>
              </a:lnSpc>
              <a:spcBef>
                <a:spcPts val="400"/>
              </a:spcBef>
              <a:spcAft>
                <a:spcPts val="0"/>
              </a:spcAft>
              <a:buClr>
                <a:srgbClr val="8A8B8A"/>
              </a:buClr>
              <a:buSzPts val="2000"/>
              <a:buNone/>
              <a:defRPr>
                <a:solidFill>
                  <a:srgbClr val="8A8B8A"/>
                </a:solidFill>
              </a:defRPr>
            </a:lvl8pPr>
            <a:lvl9pPr lvl="8" algn="ctr">
              <a:lnSpc>
                <a:spcPct val="100000"/>
              </a:lnSpc>
              <a:spcBef>
                <a:spcPts val="400"/>
              </a:spcBef>
              <a:spcAft>
                <a:spcPts val="0"/>
              </a:spcAft>
              <a:buClr>
                <a:srgbClr val="8A8B8A"/>
              </a:buClr>
              <a:buSzPts val="2000"/>
              <a:buNone/>
              <a:defRPr>
                <a:solidFill>
                  <a:srgbClr val="8A8B8A"/>
                </a:solidFill>
              </a:defRPr>
            </a:lvl9pPr>
          </a:lstStyle>
          <a:p/>
        </p:txBody>
      </p:sp>
      <p:cxnSp>
        <p:nvCxnSpPr>
          <p:cNvPr id="48" name="Google Shape;48;p19"/>
          <p:cNvCxnSpPr/>
          <p:nvPr/>
        </p:nvCxnSpPr>
        <p:spPr>
          <a:xfrm>
            <a:off x="762000" y="3886200"/>
            <a:ext cx="320040" cy="0"/>
          </a:xfrm>
          <a:prstGeom prst="straightConnector1">
            <a:avLst/>
          </a:prstGeom>
          <a:noFill/>
          <a:ln cap="flat" cmpd="sng" w="19050">
            <a:solidFill>
              <a:schemeClr val="lt1"/>
            </a:solidFill>
            <a:prstDash val="solid"/>
            <a:round/>
            <a:headEnd len="sm" w="sm" type="none"/>
            <a:tailEnd len="sm" w="sm" type="none"/>
          </a:ln>
        </p:spPr>
      </p:cxnSp>
      <p:pic>
        <p:nvPicPr>
          <p:cNvPr id="49" name="Google Shape;49;p19"/>
          <p:cNvPicPr preferRelativeResize="0"/>
          <p:nvPr/>
        </p:nvPicPr>
        <p:blipFill rotWithShape="1">
          <a:blip r:embed="rId2">
            <a:alphaModFix/>
          </a:blip>
          <a:srcRect b="0" l="0" r="0" t="0"/>
          <a:stretch/>
        </p:blipFill>
        <p:spPr>
          <a:xfrm>
            <a:off x="691522" y="685800"/>
            <a:ext cx="1813366" cy="544010"/>
          </a:xfrm>
          <a:prstGeom prst="rect">
            <a:avLst/>
          </a:prstGeom>
          <a:noFill/>
          <a:ln>
            <a:noFill/>
          </a:ln>
          <a:effectLst>
            <a:outerShdw blurRad="254000" rotWithShape="0" algn="tl">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Gray 2 Content">
  <p:cSld name="Red/Gray 2 Content">
    <p:bg>
      <p:bgPr>
        <a:solidFill>
          <a:srgbClr val="E7E7E5"/>
        </a:solidFill>
      </p:bgPr>
    </p:bg>
    <p:spTree>
      <p:nvGrpSpPr>
        <p:cNvPr id="50" name="Shape 50"/>
        <p:cNvGrpSpPr/>
        <p:nvPr/>
      </p:nvGrpSpPr>
      <p:grpSpPr>
        <a:xfrm>
          <a:off x="0" y="0"/>
          <a:ext cx="0" cy="0"/>
          <a:chOff x="0" y="0"/>
          <a:chExt cx="0" cy="0"/>
        </a:xfrm>
      </p:grpSpPr>
      <p:sp>
        <p:nvSpPr>
          <p:cNvPr id="51" name="Google Shape;51;p20"/>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6C64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20"/>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0"/>
          <p:cNvSpPr txBox="1"/>
          <p:nvPr>
            <p:ph idx="1" type="body"/>
          </p:nvPr>
        </p:nvSpPr>
        <p:spPr>
          <a:xfrm>
            <a:off x="685800" y="1488557"/>
            <a:ext cx="3673549"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 name="Google Shape;55;p20"/>
          <p:cNvSpPr txBox="1"/>
          <p:nvPr>
            <p:ph idx="2" type="body"/>
          </p:nvPr>
        </p:nvSpPr>
        <p:spPr>
          <a:xfrm>
            <a:off x="4688957" y="1488557"/>
            <a:ext cx="3774559"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Gray 3 Content">
  <p:cSld name="Red/Gray 3 Content">
    <p:bg>
      <p:bgPr>
        <a:solidFill>
          <a:srgbClr val="E7E7E5"/>
        </a:solidFill>
      </p:bgPr>
    </p:bg>
    <p:spTree>
      <p:nvGrpSpPr>
        <p:cNvPr id="56" name="Shape 56"/>
        <p:cNvGrpSpPr/>
        <p:nvPr/>
      </p:nvGrpSpPr>
      <p:grpSpPr>
        <a:xfrm>
          <a:off x="0" y="0"/>
          <a:ext cx="0" cy="0"/>
          <a:chOff x="0" y="0"/>
          <a:chExt cx="0" cy="0"/>
        </a:xfrm>
      </p:grpSpPr>
      <p:sp>
        <p:nvSpPr>
          <p:cNvPr id="57" name="Google Shape;57;p21"/>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6C64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1"/>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1"/>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 type="body"/>
          </p:nvPr>
        </p:nvSpPr>
        <p:spPr>
          <a:xfrm>
            <a:off x="685800" y="1488557"/>
            <a:ext cx="2461437"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 name="Google Shape;61;p21"/>
          <p:cNvSpPr txBox="1"/>
          <p:nvPr>
            <p:ph idx="2" type="body"/>
          </p:nvPr>
        </p:nvSpPr>
        <p:spPr>
          <a:xfrm>
            <a:off x="3341281" y="1488557"/>
            <a:ext cx="2461437"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 name="Google Shape;62;p21"/>
          <p:cNvSpPr txBox="1"/>
          <p:nvPr>
            <p:ph idx="3" type="body"/>
          </p:nvPr>
        </p:nvSpPr>
        <p:spPr>
          <a:xfrm>
            <a:off x="5996763" y="1488557"/>
            <a:ext cx="2461437"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Gray Title Only">
  <p:cSld name="Red/Gray Title Only">
    <p:bg>
      <p:bgPr>
        <a:solidFill>
          <a:srgbClr val="E7E7E5"/>
        </a:solidFill>
      </p:bgPr>
    </p:bg>
    <p:spTree>
      <p:nvGrpSpPr>
        <p:cNvPr id="63" name="Shape 63"/>
        <p:cNvGrpSpPr/>
        <p:nvPr/>
      </p:nvGrpSpPr>
      <p:grpSpPr>
        <a:xfrm>
          <a:off x="0" y="0"/>
          <a:ext cx="0" cy="0"/>
          <a:chOff x="0" y="0"/>
          <a:chExt cx="0" cy="0"/>
        </a:xfrm>
      </p:grpSpPr>
      <p:sp>
        <p:nvSpPr>
          <p:cNvPr id="64" name="Google Shape;64;p22"/>
          <p:cNvSpPr/>
          <p:nvPr>
            <p:ph idx="2" type="pic"/>
          </p:nvPr>
        </p:nvSpPr>
        <p:spPr>
          <a:xfrm>
            <a:off x="152400" y="152400"/>
            <a:ext cx="4419600" cy="6553200"/>
          </a:xfrm>
          <a:prstGeom prst="rect">
            <a:avLst/>
          </a:prstGeom>
          <a:solidFill>
            <a:srgbClr val="FFFFFF"/>
          </a:solidFill>
          <a:ln>
            <a:noFill/>
          </a:ln>
        </p:spPr>
      </p:sp>
      <p:sp>
        <p:nvSpPr>
          <p:cNvPr id="65" name="Google Shape;65;p22"/>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chemeClr val="l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2"/>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67" name="Google Shape;67;p22"/>
          <p:cNvSpPr txBox="1"/>
          <p:nvPr>
            <p:ph idx="1" type="body"/>
          </p:nvPr>
        </p:nvSpPr>
        <p:spPr>
          <a:xfrm rot="-5400000">
            <a:off x="31080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 name="Google Shape;68;p22"/>
          <p:cNvSpPr txBox="1"/>
          <p:nvPr>
            <p:ph type="title"/>
          </p:nvPr>
        </p:nvSpPr>
        <p:spPr>
          <a:xfrm>
            <a:off x="4877104" y="3187263"/>
            <a:ext cx="3885896" cy="52318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White 1 Content">
  <p:cSld name="Red/White 1 Content">
    <p:bg>
      <p:bgPr>
        <a:solidFill>
          <a:schemeClr val="accent6"/>
        </a:solidFill>
      </p:bgPr>
    </p:bg>
    <p:spTree>
      <p:nvGrpSpPr>
        <p:cNvPr id="69" name="Shape 69"/>
        <p:cNvGrpSpPr/>
        <p:nvPr/>
      </p:nvGrpSpPr>
      <p:grpSpPr>
        <a:xfrm>
          <a:off x="0" y="0"/>
          <a:ext cx="0" cy="0"/>
          <a:chOff x="0" y="0"/>
          <a:chExt cx="0" cy="0"/>
        </a:xfrm>
      </p:grpSpPr>
      <p:sp>
        <p:nvSpPr>
          <p:cNvPr id="70" name="Google Shape;70;p23"/>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6C6463"/>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3"/>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23"/>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3"/>
          <p:cNvSpPr txBox="1"/>
          <p:nvPr>
            <p:ph idx="1" type="body"/>
          </p:nvPr>
        </p:nvSpPr>
        <p:spPr>
          <a:xfrm>
            <a:off x="685800" y="1488557"/>
            <a:ext cx="7772400"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White 2 Content">
  <p:cSld name="Red/White 2 Content">
    <p:bg>
      <p:bgPr>
        <a:solidFill>
          <a:schemeClr val="accent6"/>
        </a:solidFill>
      </p:bgPr>
    </p:bg>
    <p:spTree>
      <p:nvGrpSpPr>
        <p:cNvPr id="74" name="Shape 74"/>
        <p:cNvGrpSpPr/>
        <p:nvPr/>
      </p:nvGrpSpPr>
      <p:grpSpPr>
        <a:xfrm>
          <a:off x="0" y="0"/>
          <a:ext cx="0" cy="0"/>
          <a:chOff x="0" y="0"/>
          <a:chExt cx="0" cy="0"/>
        </a:xfrm>
      </p:grpSpPr>
      <p:sp>
        <p:nvSpPr>
          <p:cNvPr id="75" name="Google Shape;75;p24"/>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6C64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24"/>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 type="body"/>
          </p:nvPr>
        </p:nvSpPr>
        <p:spPr>
          <a:xfrm>
            <a:off x="685800" y="1488557"/>
            <a:ext cx="3673549"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24"/>
          <p:cNvSpPr txBox="1"/>
          <p:nvPr>
            <p:ph idx="2" type="body"/>
          </p:nvPr>
        </p:nvSpPr>
        <p:spPr>
          <a:xfrm>
            <a:off x="4688957" y="1488557"/>
            <a:ext cx="3774559"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White 3 Content">
  <p:cSld name="Red/White 3 Content">
    <p:bg>
      <p:bgPr>
        <a:solidFill>
          <a:schemeClr val="accent6"/>
        </a:solidFill>
      </p:bgPr>
    </p:bg>
    <p:spTree>
      <p:nvGrpSpPr>
        <p:cNvPr id="80" name="Shape 80"/>
        <p:cNvGrpSpPr/>
        <p:nvPr/>
      </p:nvGrpSpPr>
      <p:grpSpPr>
        <a:xfrm>
          <a:off x="0" y="0"/>
          <a:ext cx="0" cy="0"/>
          <a:chOff x="0" y="0"/>
          <a:chExt cx="0" cy="0"/>
        </a:xfrm>
      </p:grpSpPr>
      <p:sp>
        <p:nvSpPr>
          <p:cNvPr id="81" name="Google Shape;81;p25"/>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6C64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83" name="Google Shape;83;p25"/>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5"/>
          <p:cNvSpPr txBox="1"/>
          <p:nvPr>
            <p:ph idx="1" type="body"/>
          </p:nvPr>
        </p:nvSpPr>
        <p:spPr>
          <a:xfrm>
            <a:off x="685800" y="1488557"/>
            <a:ext cx="2461437"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5" name="Google Shape;85;p25"/>
          <p:cNvSpPr txBox="1"/>
          <p:nvPr>
            <p:ph idx="2" type="body"/>
          </p:nvPr>
        </p:nvSpPr>
        <p:spPr>
          <a:xfrm>
            <a:off x="3341281" y="1488557"/>
            <a:ext cx="2461437"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 name="Google Shape;86;p25"/>
          <p:cNvSpPr txBox="1"/>
          <p:nvPr>
            <p:ph idx="3" type="body"/>
          </p:nvPr>
        </p:nvSpPr>
        <p:spPr>
          <a:xfrm>
            <a:off x="5996763" y="1488557"/>
            <a:ext cx="2461437" cy="4683643"/>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White 1 Content + Bottom Photo">
  <p:cSld name="Red/White 1 Content + Bottom Photo">
    <p:bg>
      <p:bgPr>
        <a:solidFill>
          <a:schemeClr val="accent6"/>
        </a:solidFill>
      </p:bgPr>
    </p:bg>
    <p:spTree>
      <p:nvGrpSpPr>
        <p:cNvPr id="87" name="Shape 87"/>
        <p:cNvGrpSpPr/>
        <p:nvPr/>
      </p:nvGrpSpPr>
      <p:grpSpPr>
        <a:xfrm>
          <a:off x="0" y="0"/>
          <a:ext cx="0" cy="0"/>
          <a:chOff x="0" y="0"/>
          <a:chExt cx="0" cy="0"/>
        </a:xfrm>
      </p:grpSpPr>
      <p:sp>
        <p:nvSpPr>
          <p:cNvPr id="88" name="Google Shape;88;p26"/>
          <p:cNvSpPr/>
          <p:nvPr>
            <p:ph idx="2" type="pic"/>
          </p:nvPr>
        </p:nvSpPr>
        <p:spPr>
          <a:xfrm>
            <a:off x="152400" y="3429000"/>
            <a:ext cx="8839200" cy="3276600"/>
          </a:xfrm>
          <a:prstGeom prst="rect">
            <a:avLst/>
          </a:prstGeom>
          <a:solidFill>
            <a:srgbClr val="E7E7E5"/>
          </a:solidFill>
          <a:ln>
            <a:noFill/>
          </a:ln>
        </p:spPr>
      </p:sp>
      <p:sp>
        <p:nvSpPr>
          <p:cNvPr id="89" name="Google Shape;89;p26"/>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6"/>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91" name="Google Shape;91;p26"/>
          <p:cNvSpPr txBox="1"/>
          <p:nvPr>
            <p:ph idx="1" type="body"/>
          </p:nvPr>
        </p:nvSpPr>
        <p:spPr>
          <a:xfrm rot="-5400000">
            <a:off x="7527667" y="47082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2" name="Google Shape;92;p26"/>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6"/>
          <p:cNvSpPr txBox="1"/>
          <p:nvPr>
            <p:ph idx="3" type="body"/>
          </p:nvPr>
        </p:nvSpPr>
        <p:spPr>
          <a:xfrm>
            <a:off x="685800" y="1488557"/>
            <a:ext cx="7772400" cy="1679945"/>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White 1 Content + Right Photo">
  <p:cSld name="Red/White 1 Content + Right Photo">
    <p:bg>
      <p:bgPr>
        <a:solidFill>
          <a:schemeClr val="accent6"/>
        </a:solidFill>
      </p:bgPr>
    </p:bg>
    <p:spTree>
      <p:nvGrpSpPr>
        <p:cNvPr id="94" name="Shape 94"/>
        <p:cNvGrpSpPr/>
        <p:nvPr/>
      </p:nvGrpSpPr>
      <p:grpSpPr>
        <a:xfrm>
          <a:off x="0" y="0"/>
          <a:ext cx="0" cy="0"/>
          <a:chOff x="0" y="0"/>
          <a:chExt cx="0" cy="0"/>
        </a:xfrm>
      </p:grpSpPr>
      <p:sp>
        <p:nvSpPr>
          <p:cNvPr id="95" name="Google Shape;95;p27"/>
          <p:cNvSpPr/>
          <p:nvPr>
            <p:ph idx="2" type="pic"/>
          </p:nvPr>
        </p:nvSpPr>
        <p:spPr>
          <a:xfrm>
            <a:off x="4572000" y="152400"/>
            <a:ext cx="4419600" cy="6553200"/>
          </a:xfrm>
          <a:prstGeom prst="rect">
            <a:avLst/>
          </a:prstGeom>
          <a:solidFill>
            <a:srgbClr val="E7E7E5"/>
          </a:solidFill>
          <a:ln>
            <a:noFill/>
          </a:ln>
        </p:spPr>
      </p:sp>
      <p:sp>
        <p:nvSpPr>
          <p:cNvPr id="96" name="Google Shape;96;p27"/>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6C6463"/>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7"/>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98" name="Google Shape;98;p27"/>
          <p:cNvSpPr txBox="1"/>
          <p:nvPr>
            <p:ph idx="1" type="body"/>
          </p:nvPr>
        </p:nvSpPr>
        <p:spPr>
          <a:xfrm rot="-5400000">
            <a:off x="75276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p27"/>
          <p:cNvSpPr txBox="1"/>
          <p:nvPr>
            <p:ph idx="3" type="body"/>
          </p:nvPr>
        </p:nvSpPr>
        <p:spPr>
          <a:xfrm>
            <a:off x="685800" y="1913859"/>
            <a:ext cx="3657600" cy="4258341"/>
          </a:xfrm>
          <a:prstGeom prst="rect">
            <a:avLst/>
          </a:prstGeom>
          <a:noFill/>
          <a:ln>
            <a:noFill/>
          </a:ln>
        </p:spPr>
        <p:txBody>
          <a:bodyPr anchorCtr="0" anchor="t" bIns="91425" lIns="0" spcFirstLastPara="1" rIns="91425" wrap="square" tIns="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latin typeface="Gill Sans"/>
                <a:ea typeface="Gill Sans"/>
                <a:cs typeface="Gill Sans"/>
                <a:sym typeface="Gill Sans"/>
              </a:defRPr>
            </a:lvl1pPr>
            <a:lvl2pPr indent="-342900" lvl="1" marL="914400" algn="l">
              <a:lnSpc>
                <a:spcPct val="100000"/>
              </a:lnSpc>
              <a:spcBef>
                <a:spcPts val="1200"/>
              </a:spcBef>
              <a:spcAft>
                <a:spcPts val="0"/>
              </a:spcAft>
              <a:buClr>
                <a:srgbClr val="6C6463"/>
              </a:buClr>
              <a:buSzPts val="1800"/>
              <a:buChar char="–"/>
              <a:defRPr sz="1800">
                <a:solidFill>
                  <a:srgbClr val="6C6463"/>
                </a:solidFill>
                <a:latin typeface="Gill Sans"/>
                <a:ea typeface="Gill Sans"/>
                <a:cs typeface="Gill Sans"/>
                <a:sym typeface="Gill Sans"/>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0" name="Google Shape;100;p27"/>
          <p:cNvSpPr txBox="1"/>
          <p:nvPr>
            <p:ph type="title"/>
          </p:nvPr>
        </p:nvSpPr>
        <p:spPr>
          <a:xfrm>
            <a:off x="685800" y="1274912"/>
            <a:ext cx="3657296" cy="52318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White Title Only">
  <p:cSld name="Red/White Title Only">
    <p:bg>
      <p:bgPr>
        <a:solidFill>
          <a:schemeClr val="accent6"/>
        </a:solidFill>
      </p:bgPr>
    </p:bg>
    <p:spTree>
      <p:nvGrpSpPr>
        <p:cNvPr id="101" name="Shape 101"/>
        <p:cNvGrpSpPr/>
        <p:nvPr/>
      </p:nvGrpSpPr>
      <p:grpSpPr>
        <a:xfrm>
          <a:off x="0" y="0"/>
          <a:ext cx="0" cy="0"/>
          <a:chOff x="0" y="0"/>
          <a:chExt cx="0" cy="0"/>
        </a:xfrm>
      </p:grpSpPr>
      <p:sp>
        <p:nvSpPr>
          <p:cNvPr id="102" name="Google Shape;102;p28"/>
          <p:cNvSpPr/>
          <p:nvPr>
            <p:ph idx="2" type="pic"/>
          </p:nvPr>
        </p:nvSpPr>
        <p:spPr>
          <a:xfrm>
            <a:off x="152400" y="152400"/>
            <a:ext cx="4419600" cy="6553200"/>
          </a:xfrm>
          <a:prstGeom prst="rect">
            <a:avLst/>
          </a:prstGeom>
          <a:solidFill>
            <a:srgbClr val="E7E7E5"/>
          </a:solidFill>
          <a:ln>
            <a:noFill/>
          </a:ln>
        </p:spPr>
      </p:sp>
      <p:sp>
        <p:nvSpPr>
          <p:cNvPr id="103" name="Google Shape;103;p28"/>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chemeClr val="l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8"/>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05" name="Google Shape;105;p28"/>
          <p:cNvSpPr txBox="1"/>
          <p:nvPr>
            <p:ph idx="1" type="body"/>
          </p:nvPr>
        </p:nvSpPr>
        <p:spPr>
          <a:xfrm rot="-5400000">
            <a:off x="31080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6" name="Google Shape;106;p28"/>
          <p:cNvSpPr txBox="1"/>
          <p:nvPr>
            <p:ph type="title"/>
          </p:nvPr>
        </p:nvSpPr>
        <p:spPr>
          <a:xfrm>
            <a:off x="4877104" y="2971800"/>
            <a:ext cx="3885896" cy="954107"/>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Clr>
                <a:srgbClr val="BA0C2F"/>
              </a:buClr>
              <a:buSzPts val="2800"/>
              <a:buFont typeface="Gill Sans"/>
              <a:buNone/>
              <a:defRPr>
                <a:solidFill>
                  <a:srgbClr val="BA0C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Info">
  <p:cSld name="Contact Info">
    <p:bg>
      <p:bgPr>
        <a:blipFill>
          <a:blip r:embed="rId2">
            <a:alphaModFix amt="50000"/>
          </a:blip>
          <a:stretch>
            <a:fillRect/>
          </a:stretch>
        </a:blipFill>
      </p:bgPr>
    </p:bg>
    <p:spTree>
      <p:nvGrpSpPr>
        <p:cNvPr id="107" name="Shape 107"/>
        <p:cNvGrpSpPr/>
        <p:nvPr/>
      </p:nvGrpSpPr>
      <p:grpSpPr>
        <a:xfrm>
          <a:off x="0" y="0"/>
          <a:ext cx="0" cy="0"/>
          <a:chOff x="0" y="0"/>
          <a:chExt cx="0" cy="0"/>
        </a:xfrm>
      </p:grpSpPr>
      <p:sp>
        <p:nvSpPr>
          <p:cNvPr id="108" name="Google Shape;108;p29"/>
          <p:cNvSpPr txBox="1"/>
          <p:nvPr>
            <p:ph idx="1" type="body"/>
          </p:nvPr>
        </p:nvSpPr>
        <p:spPr>
          <a:xfrm rot="-5400000">
            <a:off x="75276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9" name="Google Shape;109;p29"/>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9"/>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id="111" name="Google Shape;111;p29"/>
          <p:cNvPicPr preferRelativeResize="0"/>
          <p:nvPr/>
        </p:nvPicPr>
        <p:blipFill rotWithShape="1">
          <a:blip r:embed="rId3">
            <a:alphaModFix/>
          </a:blip>
          <a:srcRect b="0" l="0" r="0" t="0"/>
          <a:stretch/>
        </p:blipFill>
        <p:spPr>
          <a:xfrm>
            <a:off x="692285" y="5943600"/>
            <a:ext cx="1524000" cy="457200"/>
          </a:xfrm>
          <a:prstGeom prst="rect">
            <a:avLst/>
          </a:prstGeom>
          <a:noFill/>
          <a:ln>
            <a:noFill/>
          </a:ln>
        </p:spPr>
      </p:pic>
      <p:sp>
        <p:nvSpPr>
          <p:cNvPr id="112" name="Google Shape;112;p29"/>
          <p:cNvSpPr txBox="1"/>
          <p:nvPr>
            <p:ph idx="2" type="subTitle"/>
          </p:nvPr>
        </p:nvSpPr>
        <p:spPr>
          <a:xfrm>
            <a:off x="685800" y="4114800"/>
            <a:ext cx="3429000" cy="1600200"/>
          </a:xfrm>
          <a:prstGeom prst="rect">
            <a:avLst/>
          </a:prstGeom>
          <a:noFill/>
          <a:ln>
            <a:noFill/>
          </a:ln>
          <a:effectLst>
            <a:outerShdw blurRad="254000" rotWithShape="0" algn="tl">
              <a:srgbClr val="000000">
                <a:alpha val="40000"/>
              </a:srgbClr>
            </a:outerShdw>
          </a:effectLst>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sz="1800">
                <a:solidFill>
                  <a:schemeClr val="dk1"/>
                </a:solidFill>
              </a:defRPr>
            </a:lvl1pPr>
            <a:lvl2pPr lvl="1" algn="ctr">
              <a:lnSpc>
                <a:spcPct val="100000"/>
              </a:lnSpc>
              <a:spcBef>
                <a:spcPts val="1200"/>
              </a:spcBef>
              <a:spcAft>
                <a:spcPts val="0"/>
              </a:spcAft>
              <a:buClr>
                <a:srgbClr val="8A8B8A"/>
              </a:buClr>
              <a:buSzPts val="2000"/>
              <a:buNone/>
              <a:defRPr>
                <a:solidFill>
                  <a:srgbClr val="8A8B8A"/>
                </a:solidFill>
              </a:defRPr>
            </a:lvl2pPr>
            <a:lvl3pPr lvl="2" algn="ctr">
              <a:lnSpc>
                <a:spcPct val="100000"/>
              </a:lnSpc>
              <a:spcBef>
                <a:spcPts val="1200"/>
              </a:spcBef>
              <a:spcAft>
                <a:spcPts val="0"/>
              </a:spcAft>
              <a:buClr>
                <a:srgbClr val="8A8B8A"/>
              </a:buClr>
              <a:buSzPts val="1800"/>
              <a:buNone/>
              <a:defRPr>
                <a:solidFill>
                  <a:srgbClr val="8A8B8A"/>
                </a:solidFill>
              </a:defRPr>
            </a:lvl3pPr>
            <a:lvl4pPr lvl="3" algn="ctr">
              <a:lnSpc>
                <a:spcPct val="100000"/>
              </a:lnSpc>
              <a:spcBef>
                <a:spcPts val="320"/>
              </a:spcBef>
              <a:spcAft>
                <a:spcPts val="0"/>
              </a:spcAft>
              <a:buClr>
                <a:srgbClr val="8A8B8A"/>
              </a:buClr>
              <a:buSzPts val="1600"/>
              <a:buNone/>
              <a:defRPr>
                <a:solidFill>
                  <a:srgbClr val="8A8B8A"/>
                </a:solidFill>
              </a:defRPr>
            </a:lvl4pPr>
            <a:lvl5pPr lvl="4" algn="ctr">
              <a:lnSpc>
                <a:spcPct val="100000"/>
              </a:lnSpc>
              <a:spcBef>
                <a:spcPts val="280"/>
              </a:spcBef>
              <a:spcAft>
                <a:spcPts val="0"/>
              </a:spcAft>
              <a:buClr>
                <a:srgbClr val="8A8B8A"/>
              </a:buClr>
              <a:buSzPts val="1400"/>
              <a:buNone/>
              <a:defRPr>
                <a:solidFill>
                  <a:srgbClr val="8A8B8A"/>
                </a:solidFill>
              </a:defRPr>
            </a:lvl5pPr>
            <a:lvl6pPr lvl="5" algn="ctr">
              <a:lnSpc>
                <a:spcPct val="100000"/>
              </a:lnSpc>
              <a:spcBef>
                <a:spcPts val="400"/>
              </a:spcBef>
              <a:spcAft>
                <a:spcPts val="0"/>
              </a:spcAft>
              <a:buClr>
                <a:srgbClr val="8A8B8A"/>
              </a:buClr>
              <a:buSzPts val="2000"/>
              <a:buNone/>
              <a:defRPr>
                <a:solidFill>
                  <a:srgbClr val="8A8B8A"/>
                </a:solidFill>
              </a:defRPr>
            </a:lvl6pPr>
            <a:lvl7pPr lvl="6" algn="ctr">
              <a:lnSpc>
                <a:spcPct val="100000"/>
              </a:lnSpc>
              <a:spcBef>
                <a:spcPts val="400"/>
              </a:spcBef>
              <a:spcAft>
                <a:spcPts val="0"/>
              </a:spcAft>
              <a:buClr>
                <a:srgbClr val="8A8B8A"/>
              </a:buClr>
              <a:buSzPts val="2000"/>
              <a:buNone/>
              <a:defRPr>
                <a:solidFill>
                  <a:srgbClr val="8A8B8A"/>
                </a:solidFill>
              </a:defRPr>
            </a:lvl7pPr>
            <a:lvl8pPr lvl="7" algn="ctr">
              <a:lnSpc>
                <a:spcPct val="100000"/>
              </a:lnSpc>
              <a:spcBef>
                <a:spcPts val="400"/>
              </a:spcBef>
              <a:spcAft>
                <a:spcPts val="0"/>
              </a:spcAft>
              <a:buClr>
                <a:srgbClr val="8A8B8A"/>
              </a:buClr>
              <a:buSzPts val="2000"/>
              <a:buNone/>
              <a:defRPr>
                <a:solidFill>
                  <a:srgbClr val="8A8B8A"/>
                </a:solidFill>
              </a:defRPr>
            </a:lvl8pPr>
            <a:lvl9pPr lvl="8" algn="ctr">
              <a:lnSpc>
                <a:spcPct val="100000"/>
              </a:lnSpc>
              <a:spcBef>
                <a:spcPts val="400"/>
              </a:spcBef>
              <a:spcAft>
                <a:spcPts val="0"/>
              </a:spcAft>
              <a:buClr>
                <a:srgbClr val="8A8B8A"/>
              </a:buClr>
              <a:buSzPts val="2000"/>
              <a:buNone/>
              <a:defRPr>
                <a:solidFill>
                  <a:srgbClr val="8A8B8A"/>
                </a:solidFill>
              </a:defRPr>
            </a:lvl9pPr>
          </a:lstStyle>
          <a:p/>
        </p:txBody>
      </p:sp>
      <p:cxnSp>
        <p:nvCxnSpPr>
          <p:cNvPr id="113" name="Google Shape;113;p29"/>
          <p:cNvCxnSpPr/>
          <p:nvPr/>
        </p:nvCxnSpPr>
        <p:spPr>
          <a:xfrm>
            <a:off x="762000" y="3886200"/>
            <a:ext cx="320040" cy="0"/>
          </a:xfrm>
          <a:prstGeom prst="straightConnector1">
            <a:avLst/>
          </a:prstGeom>
          <a:noFill/>
          <a:ln cap="flat" cmpd="sng" w="19050">
            <a:solidFill>
              <a:schemeClr val="dk1"/>
            </a:solidFill>
            <a:prstDash val="solid"/>
            <a:round/>
            <a:headEnd len="sm" w="sm" type="none"/>
            <a:tailEnd len="sm" w="sm" type="none"/>
          </a:ln>
          <a:effectLst>
            <a:outerShdw blurRad="254000" rotWithShape="0" algn="tl">
              <a:srgbClr val="000000">
                <a:alpha val="40000"/>
              </a:srgbClr>
            </a:outerShdw>
          </a:effectLst>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Full Blue">
  <p:cSld name="Cover - Full Blue">
    <p:bg>
      <p:bgPr>
        <a:solidFill>
          <a:srgbClr val="002F6C"/>
        </a:solidFill>
      </p:bgPr>
    </p:bg>
    <p:spTree>
      <p:nvGrpSpPr>
        <p:cNvPr id="114" name="Shape 114"/>
        <p:cNvGrpSpPr/>
        <p:nvPr/>
      </p:nvGrpSpPr>
      <p:grpSpPr>
        <a:xfrm>
          <a:off x="0" y="0"/>
          <a:ext cx="0" cy="0"/>
          <a:chOff x="0" y="0"/>
          <a:chExt cx="0" cy="0"/>
        </a:xfrm>
      </p:grpSpPr>
      <p:pic>
        <p:nvPicPr>
          <p:cNvPr id="115" name="Google Shape;115;p30"/>
          <p:cNvPicPr preferRelativeResize="0"/>
          <p:nvPr/>
        </p:nvPicPr>
        <p:blipFill rotWithShape="1">
          <a:blip r:embed="rId2">
            <a:alphaModFix/>
          </a:blip>
          <a:srcRect b="0" l="0" r="0" t="0"/>
          <a:stretch/>
        </p:blipFill>
        <p:spPr>
          <a:xfrm>
            <a:off x="691522" y="685800"/>
            <a:ext cx="1813366" cy="544010"/>
          </a:xfrm>
          <a:prstGeom prst="rect">
            <a:avLst/>
          </a:prstGeom>
          <a:noFill/>
          <a:ln>
            <a:noFill/>
          </a:ln>
        </p:spPr>
      </p:pic>
      <p:sp>
        <p:nvSpPr>
          <p:cNvPr id="116" name="Google Shape;116;p30"/>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0"/>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30"/>
          <p:cNvSpPr txBox="1"/>
          <p:nvPr>
            <p:ph type="ctrTitle"/>
          </p:nvPr>
        </p:nvSpPr>
        <p:spPr>
          <a:xfrm>
            <a:off x="685800" y="2133600"/>
            <a:ext cx="5486400"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3200"/>
              <a:buFont typeface="Gill Sans"/>
              <a:buNone/>
              <a:defRPr sz="3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0"/>
          <p:cNvSpPr txBox="1"/>
          <p:nvPr>
            <p:ph idx="1" type="subTitle"/>
          </p:nvPr>
        </p:nvSpPr>
        <p:spPr>
          <a:xfrm>
            <a:off x="685800" y="4114800"/>
            <a:ext cx="3429000" cy="16002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FFFFFF"/>
              </a:buClr>
              <a:buSzPts val="1800"/>
              <a:buNone/>
              <a:defRPr sz="1800">
                <a:solidFill>
                  <a:srgbClr val="FFFFFF"/>
                </a:solidFill>
              </a:defRPr>
            </a:lvl1pPr>
            <a:lvl2pPr lvl="1" algn="ctr">
              <a:lnSpc>
                <a:spcPct val="100000"/>
              </a:lnSpc>
              <a:spcBef>
                <a:spcPts val="1200"/>
              </a:spcBef>
              <a:spcAft>
                <a:spcPts val="0"/>
              </a:spcAft>
              <a:buClr>
                <a:srgbClr val="8A8B8A"/>
              </a:buClr>
              <a:buSzPts val="2000"/>
              <a:buNone/>
              <a:defRPr>
                <a:solidFill>
                  <a:srgbClr val="8A8B8A"/>
                </a:solidFill>
              </a:defRPr>
            </a:lvl2pPr>
            <a:lvl3pPr lvl="2" algn="ctr">
              <a:lnSpc>
                <a:spcPct val="100000"/>
              </a:lnSpc>
              <a:spcBef>
                <a:spcPts val="1200"/>
              </a:spcBef>
              <a:spcAft>
                <a:spcPts val="0"/>
              </a:spcAft>
              <a:buClr>
                <a:srgbClr val="8A8B8A"/>
              </a:buClr>
              <a:buSzPts val="1800"/>
              <a:buNone/>
              <a:defRPr>
                <a:solidFill>
                  <a:srgbClr val="8A8B8A"/>
                </a:solidFill>
              </a:defRPr>
            </a:lvl3pPr>
            <a:lvl4pPr lvl="3" algn="ctr">
              <a:lnSpc>
                <a:spcPct val="100000"/>
              </a:lnSpc>
              <a:spcBef>
                <a:spcPts val="320"/>
              </a:spcBef>
              <a:spcAft>
                <a:spcPts val="0"/>
              </a:spcAft>
              <a:buClr>
                <a:srgbClr val="8A8B8A"/>
              </a:buClr>
              <a:buSzPts val="1600"/>
              <a:buNone/>
              <a:defRPr>
                <a:solidFill>
                  <a:srgbClr val="8A8B8A"/>
                </a:solidFill>
              </a:defRPr>
            </a:lvl4pPr>
            <a:lvl5pPr lvl="4" algn="ctr">
              <a:lnSpc>
                <a:spcPct val="100000"/>
              </a:lnSpc>
              <a:spcBef>
                <a:spcPts val="280"/>
              </a:spcBef>
              <a:spcAft>
                <a:spcPts val="0"/>
              </a:spcAft>
              <a:buClr>
                <a:srgbClr val="8A8B8A"/>
              </a:buClr>
              <a:buSzPts val="1400"/>
              <a:buNone/>
              <a:defRPr>
                <a:solidFill>
                  <a:srgbClr val="8A8B8A"/>
                </a:solidFill>
              </a:defRPr>
            </a:lvl5pPr>
            <a:lvl6pPr lvl="5" algn="ctr">
              <a:lnSpc>
                <a:spcPct val="100000"/>
              </a:lnSpc>
              <a:spcBef>
                <a:spcPts val="400"/>
              </a:spcBef>
              <a:spcAft>
                <a:spcPts val="0"/>
              </a:spcAft>
              <a:buClr>
                <a:srgbClr val="8A8B8A"/>
              </a:buClr>
              <a:buSzPts val="2000"/>
              <a:buNone/>
              <a:defRPr>
                <a:solidFill>
                  <a:srgbClr val="8A8B8A"/>
                </a:solidFill>
              </a:defRPr>
            </a:lvl6pPr>
            <a:lvl7pPr lvl="6" algn="ctr">
              <a:lnSpc>
                <a:spcPct val="100000"/>
              </a:lnSpc>
              <a:spcBef>
                <a:spcPts val="400"/>
              </a:spcBef>
              <a:spcAft>
                <a:spcPts val="0"/>
              </a:spcAft>
              <a:buClr>
                <a:srgbClr val="8A8B8A"/>
              </a:buClr>
              <a:buSzPts val="2000"/>
              <a:buNone/>
              <a:defRPr>
                <a:solidFill>
                  <a:srgbClr val="8A8B8A"/>
                </a:solidFill>
              </a:defRPr>
            </a:lvl7pPr>
            <a:lvl8pPr lvl="7" algn="ctr">
              <a:lnSpc>
                <a:spcPct val="100000"/>
              </a:lnSpc>
              <a:spcBef>
                <a:spcPts val="400"/>
              </a:spcBef>
              <a:spcAft>
                <a:spcPts val="0"/>
              </a:spcAft>
              <a:buClr>
                <a:srgbClr val="8A8B8A"/>
              </a:buClr>
              <a:buSzPts val="2000"/>
              <a:buNone/>
              <a:defRPr>
                <a:solidFill>
                  <a:srgbClr val="8A8B8A"/>
                </a:solidFill>
              </a:defRPr>
            </a:lvl8pPr>
            <a:lvl9pPr lvl="8" algn="ctr">
              <a:lnSpc>
                <a:spcPct val="100000"/>
              </a:lnSpc>
              <a:spcBef>
                <a:spcPts val="400"/>
              </a:spcBef>
              <a:spcAft>
                <a:spcPts val="0"/>
              </a:spcAft>
              <a:buClr>
                <a:srgbClr val="8A8B8A"/>
              </a:buClr>
              <a:buSzPts val="2000"/>
              <a:buNone/>
              <a:defRPr>
                <a:solidFill>
                  <a:srgbClr val="8A8B8A"/>
                </a:solidFill>
              </a:defRPr>
            </a:lvl9pPr>
          </a:lstStyle>
          <a:p/>
        </p:txBody>
      </p:sp>
      <p:cxnSp>
        <p:nvCxnSpPr>
          <p:cNvPr id="120" name="Google Shape;120;p30"/>
          <p:cNvCxnSpPr/>
          <p:nvPr/>
        </p:nvCxnSpPr>
        <p:spPr>
          <a:xfrm>
            <a:off x="762000" y="3886200"/>
            <a:ext cx="320040" cy="0"/>
          </a:xfrm>
          <a:prstGeom prst="straightConnector1">
            <a:avLst/>
          </a:prstGeom>
          <a:noFill/>
          <a:ln cap="flat" cmpd="sng" w="19050">
            <a:solidFill>
              <a:schemeClr val="lt1"/>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Full Blue">
  <p:cSld name="Divider - Full Blue">
    <p:bg>
      <p:bgPr>
        <a:solidFill>
          <a:srgbClr val="002F6C"/>
        </a:solidFill>
      </p:bgPr>
    </p:bg>
    <p:spTree>
      <p:nvGrpSpPr>
        <p:cNvPr id="121" name="Shape 121"/>
        <p:cNvGrpSpPr/>
        <p:nvPr/>
      </p:nvGrpSpPr>
      <p:grpSpPr>
        <a:xfrm>
          <a:off x="0" y="0"/>
          <a:ext cx="0" cy="0"/>
          <a:chOff x="0" y="0"/>
          <a:chExt cx="0" cy="0"/>
        </a:xfrm>
      </p:grpSpPr>
      <p:sp>
        <p:nvSpPr>
          <p:cNvPr id="122" name="Google Shape;122;p31"/>
          <p:cNvSpPr txBox="1"/>
          <p:nvPr>
            <p:ph type="title"/>
          </p:nvPr>
        </p:nvSpPr>
        <p:spPr>
          <a:xfrm>
            <a:off x="1143000" y="827782"/>
            <a:ext cx="5486400" cy="1077218"/>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FFFFFF"/>
              </a:buClr>
              <a:buSzPts val="3200"/>
              <a:buFont typeface="Gill Sans"/>
              <a:buNone/>
              <a:defRPr sz="3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31"/>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31"/>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id="125" name="Google Shape;125;p31"/>
          <p:cNvPicPr preferRelativeResize="0"/>
          <p:nvPr/>
        </p:nvPicPr>
        <p:blipFill rotWithShape="1">
          <a:blip r:embed="rId2">
            <a:alphaModFix/>
          </a:blip>
          <a:srcRect b="0" l="0" r="0" t="0"/>
          <a:stretch/>
        </p:blipFill>
        <p:spPr>
          <a:xfrm>
            <a:off x="692285" y="5943600"/>
            <a:ext cx="1524000" cy="457200"/>
          </a:xfrm>
          <a:prstGeom prst="rect">
            <a:avLst/>
          </a:prstGeom>
          <a:noFill/>
          <a:ln>
            <a:noFill/>
          </a:ln>
        </p:spPr>
      </p:pic>
      <p:cxnSp>
        <p:nvCxnSpPr>
          <p:cNvPr id="126" name="Google Shape;126;p31"/>
          <p:cNvCxnSpPr/>
          <p:nvPr/>
        </p:nvCxnSpPr>
        <p:spPr>
          <a:xfrm>
            <a:off x="746760" y="990600"/>
            <a:ext cx="320040" cy="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Gray 1 Content">
  <p:cSld name="Blue/Gray 1 Content">
    <p:bg>
      <p:bgPr>
        <a:solidFill>
          <a:srgbClr val="E7E7E5"/>
        </a:solidFill>
      </p:bgPr>
    </p:bg>
    <p:spTree>
      <p:nvGrpSpPr>
        <p:cNvPr id="127" name="Shape 127"/>
        <p:cNvGrpSpPr/>
        <p:nvPr/>
      </p:nvGrpSpPr>
      <p:grpSpPr>
        <a:xfrm>
          <a:off x="0" y="0"/>
          <a:ext cx="0" cy="0"/>
          <a:chOff x="0" y="0"/>
          <a:chExt cx="0" cy="0"/>
        </a:xfrm>
      </p:grpSpPr>
      <p:sp>
        <p:nvSpPr>
          <p:cNvPr id="128" name="Google Shape;128;p32"/>
          <p:cNvSpPr txBox="1"/>
          <p:nvPr>
            <p:ph idx="1" type="body"/>
          </p:nvPr>
        </p:nvSpPr>
        <p:spPr>
          <a:xfrm>
            <a:off x="685800" y="1600200"/>
            <a:ext cx="7772400" cy="4572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Clr>
                <a:srgbClr val="635C5B"/>
              </a:buClr>
              <a:buSzPts val="1800"/>
              <a:buChar char="•"/>
              <a:defRPr/>
            </a:lvl1pPr>
            <a:lvl2pPr indent="-342900" lvl="1" marL="914400" algn="l">
              <a:lnSpc>
                <a:spcPct val="100000"/>
              </a:lnSpc>
              <a:spcBef>
                <a:spcPts val="1200"/>
              </a:spcBef>
              <a:spcAft>
                <a:spcPts val="0"/>
              </a:spcAft>
              <a:buClr>
                <a:srgbClr val="635C5B"/>
              </a:buClr>
              <a:buSzPts val="1800"/>
              <a:buChar char="–"/>
              <a:defRPr/>
            </a:lvl2pPr>
            <a:lvl3pPr indent="-342900" lvl="2" marL="1371600" algn="l">
              <a:lnSpc>
                <a:spcPct val="100000"/>
              </a:lnSpc>
              <a:spcBef>
                <a:spcPts val="1200"/>
              </a:spcBef>
              <a:spcAft>
                <a:spcPts val="0"/>
              </a:spcAft>
              <a:buClr>
                <a:srgbClr val="6C6463"/>
              </a:buClr>
              <a:buSzPts val="1800"/>
              <a:buChar char="•"/>
              <a:defRPr/>
            </a:lvl3pPr>
            <a:lvl4pPr indent="-342900" lvl="3" marL="1828800" algn="l">
              <a:lnSpc>
                <a:spcPct val="100000"/>
              </a:lnSpc>
              <a:spcBef>
                <a:spcPts val="360"/>
              </a:spcBef>
              <a:spcAft>
                <a:spcPts val="0"/>
              </a:spcAft>
              <a:buClr>
                <a:srgbClr val="6C6463"/>
              </a:buClr>
              <a:buSzPts val="1800"/>
              <a:buChar char="–"/>
              <a:defRPr/>
            </a:lvl4pPr>
            <a:lvl5pPr indent="-342900" lvl="4" marL="2286000" algn="l">
              <a:lnSpc>
                <a:spcPct val="100000"/>
              </a:lnSpc>
              <a:spcBef>
                <a:spcPts val="360"/>
              </a:spcBef>
              <a:spcAft>
                <a:spcPts val="0"/>
              </a:spcAft>
              <a:buClr>
                <a:srgbClr val="6C6463"/>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9" name="Google Shape;129;p32"/>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6C6463"/>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32"/>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31" name="Google Shape;131;p32"/>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Gray 2 Content">
  <p:cSld name="Blue/Gray 2 Content">
    <p:spTree>
      <p:nvGrpSpPr>
        <p:cNvPr id="132" name="Shape 132"/>
        <p:cNvGrpSpPr/>
        <p:nvPr/>
      </p:nvGrpSpPr>
      <p:grpSpPr>
        <a:xfrm>
          <a:off x="0" y="0"/>
          <a:ext cx="0" cy="0"/>
          <a:chOff x="0" y="0"/>
          <a:chExt cx="0" cy="0"/>
        </a:xfrm>
      </p:grpSpPr>
      <p:sp>
        <p:nvSpPr>
          <p:cNvPr id="133" name="Google Shape;133;p33"/>
          <p:cNvSpPr txBox="1"/>
          <p:nvPr>
            <p:ph idx="1" type="body"/>
          </p:nvPr>
        </p:nvSpPr>
        <p:spPr>
          <a:xfrm>
            <a:off x="686104" y="1600200"/>
            <a:ext cx="3809696"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6C6463"/>
              </a:buClr>
              <a:buSzPts val="1600"/>
              <a:buChar char="»"/>
              <a:defRPr sz="1600">
                <a:solidFill>
                  <a:srgbClr val="6C6463"/>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4" name="Google Shape;134;p33"/>
          <p:cNvSpPr txBox="1"/>
          <p:nvPr>
            <p:ph idx="2" type="body"/>
          </p:nvPr>
        </p:nvSpPr>
        <p:spPr>
          <a:xfrm>
            <a:off x="4648200" y="1600200"/>
            <a:ext cx="3810304"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6C6463"/>
              </a:buClr>
              <a:buSzPts val="1600"/>
              <a:buChar char="»"/>
              <a:defRPr sz="1600">
                <a:solidFill>
                  <a:srgbClr val="6C6463"/>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5" name="Google Shape;135;p33"/>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6C64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3"/>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37" name="Google Shape;137;p33"/>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Gray 3 Content">
  <p:cSld name="Blue/Gray 3 Content">
    <p:bg>
      <p:bgPr>
        <a:solidFill>
          <a:srgbClr val="E7E7E5"/>
        </a:solidFill>
      </p:bgPr>
    </p:bg>
    <p:spTree>
      <p:nvGrpSpPr>
        <p:cNvPr id="138" name="Shape 138"/>
        <p:cNvGrpSpPr/>
        <p:nvPr/>
      </p:nvGrpSpPr>
      <p:grpSpPr>
        <a:xfrm>
          <a:off x="0" y="0"/>
          <a:ext cx="0" cy="0"/>
          <a:chOff x="0" y="0"/>
          <a:chExt cx="0" cy="0"/>
        </a:xfrm>
      </p:grpSpPr>
      <p:sp>
        <p:nvSpPr>
          <p:cNvPr id="139" name="Google Shape;139;p34"/>
          <p:cNvSpPr txBox="1"/>
          <p:nvPr>
            <p:ph idx="1" type="body"/>
          </p:nvPr>
        </p:nvSpPr>
        <p:spPr>
          <a:xfrm>
            <a:off x="686104" y="1600200"/>
            <a:ext cx="2514296"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FFFFFF"/>
              </a:buClr>
              <a:buSzPts val="1600"/>
              <a:buChar char="»"/>
              <a:defRPr sz="1600">
                <a:solidFill>
                  <a:srgbClr val="FFFFFF"/>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40" name="Google Shape;140;p34"/>
          <p:cNvSpPr txBox="1"/>
          <p:nvPr>
            <p:ph idx="2" type="body"/>
          </p:nvPr>
        </p:nvSpPr>
        <p:spPr>
          <a:xfrm>
            <a:off x="5943600" y="1600200"/>
            <a:ext cx="2514904"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FFFFFF"/>
              </a:buClr>
              <a:buSzPts val="1600"/>
              <a:buChar char="»"/>
              <a:defRPr sz="1600">
                <a:solidFill>
                  <a:srgbClr val="FFFFFF"/>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41" name="Google Shape;141;p34"/>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6C64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4"/>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43" name="Google Shape;143;p34"/>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4"/>
          <p:cNvSpPr txBox="1"/>
          <p:nvPr>
            <p:ph idx="3" type="body"/>
          </p:nvPr>
        </p:nvSpPr>
        <p:spPr>
          <a:xfrm>
            <a:off x="3314548" y="1600200"/>
            <a:ext cx="2514904"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FFFFFF"/>
              </a:buClr>
              <a:buSzPts val="1600"/>
              <a:buChar char="»"/>
              <a:defRPr sz="1600">
                <a:solidFill>
                  <a:srgbClr val="FFFFFF"/>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Gray 1 Content + Bottom Photo">
  <p:cSld name="Blue/Gray 1 Content + Bottom Photo">
    <p:bg>
      <p:bgPr>
        <a:solidFill>
          <a:srgbClr val="E7E7E5"/>
        </a:solidFill>
      </p:bgPr>
    </p:bg>
    <p:spTree>
      <p:nvGrpSpPr>
        <p:cNvPr id="145" name="Shape 145"/>
        <p:cNvGrpSpPr/>
        <p:nvPr/>
      </p:nvGrpSpPr>
      <p:grpSpPr>
        <a:xfrm>
          <a:off x="0" y="0"/>
          <a:ext cx="0" cy="0"/>
          <a:chOff x="0" y="0"/>
          <a:chExt cx="0" cy="0"/>
        </a:xfrm>
      </p:grpSpPr>
      <p:sp>
        <p:nvSpPr>
          <p:cNvPr id="146" name="Google Shape;146;p35"/>
          <p:cNvSpPr/>
          <p:nvPr>
            <p:ph idx="2" type="pic"/>
          </p:nvPr>
        </p:nvSpPr>
        <p:spPr>
          <a:xfrm>
            <a:off x="152400" y="3429000"/>
            <a:ext cx="8839200" cy="3276600"/>
          </a:xfrm>
          <a:prstGeom prst="rect">
            <a:avLst/>
          </a:prstGeom>
          <a:solidFill>
            <a:schemeClr val="accent6"/>
          </a:solidFill>
          <a:ln>
            <a:noFill/>
          </a:ln>
        </p:spPr>
      </p:sp>
      <p:sp>
        <p:nvSpPr>
          <p:cNvPr id="147" name="Google Shape;147;p35"/>
          <p:cNvSpPr txBox="1"/>
          <p:nvPr>
            <p:ph idx="1" type="body"/>
          </p:nvPr>
        </p:nvSpPr>
        <p:spPr>
          <a:xfrm rot="-5400000">
            <a:off x="7527667" y="47082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8" name="Google Shape;148;p35"/>
          <p:cNvSpPr txBox="1"/>
          <p:nvPr>
            <p:ph idx="3" type="body"/>
          </p:nvPr>
        </p:nvSpPr>
        <p:spPr>
          <a:xfrm>
            <a:off x="685800" y="1600200"/>
            <a:ext cx="7772400" cy="16002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a:solidFill>
                  <a:srgbClr val="6C6463"/>
                </a:solidFill>
              </a:defRPr>
            </a:lvl1pPr>
            <a:lvl2pPr indent="-355600" lvl="1" marL="914400" algn="l">
              <a:lnSpc>
                <a:spcPct val="100000"/>
              </a:lnSpc>
              <a:spcBef>
                <a:spcPts val="1200"/>
              </a:spcBef>
              <a:spcAft>
                <a:spcPts val="0"/>
              </a:spcAft>
              <a:buClr>
                <a:srgbClr val="6C6463"/>
              </a:buClr>
              <a:buSzPts val="2000"/>
              <a:buChar char="–"/>
              <a:defRPr>
                <a:solidFill>
                  <a:srgbClr val="6C6463"/>
                </a:solidFill>
              </a:defRPr>
            </a:lvl2pPr>
            <a:lvl3pPr indent="-342900" lvl="2" marL="1371600" algn="l">
              <a:lnSpc>
                <a:spcPct val="100000"/>
              </a:lnSpc>
              <a:spcBef>
                <a:spcPts val="1200"/>
              </a:spcBef>
              <a:spcAft>
                <a:spcPts val="0"/>
              </a:spcAft>
              <a:buClr>
                <a:srgbClr val="6C6463"/>
              </a:buClr>
              <a:buSzPts val="1800"/>
              <a:buChar char="•"/>
              <a:defRPr>
                <a:solidFill>
                  <a:srgbClr val="6C6463"/>
                </a:solidFill>
              </a:defRPr>
            </a:lvl3pPr>
            <a:lvl4pPr indent="-330200" lvl="3" marL="1828800" algn="l">
              <a:lnSpc>
                <a:spcPct val="100000"/>
              </a:lnSpc>
              <a:spcBef>
                <a:spcPts val="320"/>
              </a:spcBef>
              <a:spcAft>
                <a:spcPts val="0"/>
              </a:spcAft>
              <a:buClr>
                <a:srgbClr val="6C6463"/>
              </a:buClr>
              <a:buSzPts val="1600"/>
              <a:buChar char="–"/>
              <a:defRPr>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9" name="Google Shape;149;p35"/>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35"/>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51" name="Google Shape;151;p35"/>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Gray 1 Content + Right Photo">
  <p:cSld name="Blue/Gray 1 Content + Right Photo">
    <p:bg>
      <p:bgPr>
        <a:solidFill>
          <a:srgbClr val="E7E7E5"/>
        </a:solidFill>
      </p:bgPr>
    </p:bg>
    <p:spTree>
      <p:nvGrpSpPr>
        <p:cNvPr id="152" name="Shape 152"/>
        <p:cNvGrpSpPr/>
        <p:nvPr/>
      </p:nvGrpSpPr>
      <p:grpSpPr>
        <a:xfrm>
          <a:off x="0" y="0"/>
          <a:ext cx="0" cy="0"/>
          <a:chOff x="0" y="0"/>
          <a:chExt cx="0" cy="0"/>
        </a:xfrm>
      </p:grpSpPr>
      <p:sp>
        <p:nvSpPr>
          <p:cNvPr id="153" name="Google Shape;153;p36"/>
          <p:cNvSpPr/>
          <p:nvPr>
            <p:ph idx="2" type="pic"/>
          </p:nvPr>
        </p:nvSpPr>
        <p:spPr>
          <a:xfrm>
            <a:off x="4572000" y="152400"/>
            <a:ext cx="4419600" cy="6553200"/>
          </a:xfrm>
          <a:prstGeom prst="rect">
            <a:avLst/>
          </a:prstGeom>
          <a:solidFill>
            <a:srgbClr val="FFFFFF"/>
          </a:solidFill>
          <a:ln>
            <a:noFill/>
          </a:ln>
        </p:spPr>
      </p:sp>
      <p:sp>
        <p:nvSpPr>
          <p:cNvPr id="154" name="Google Shape;154;p36"/>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6C6463"/>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6"/>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56" name="Google Shape;156;p36"/>
          <p:cNvSpPr txBox="1"/>
          <p:nvPr>
            <p:ph idx="1" type="body"/>
          </p:nvPr>
        </p:nvSpPr>
        <p:spPr>
          <a:xfrm>
            <a:off x="685800" y="2057400"/>
            <a:ext cx="3657600" cy="41148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7" name="Google Shape;157;p36"/>
          <p:cNvSpPr txBox="1"/>
          <p:nvPr>
            <p:ph type="title"/>
          </p:nvPr>
        </p:nvSpPr>
        <p:spPr>
          <a:xfrm>
            <a:off x="685800" y="408204"/>
            <a:ext cx="3657296" cy="1389888"/>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6"/>
          <p:cNvSpPr txBox="1"/>
          <p:nvPr>
            <p:ph idx="3" type="body"/>
          </p:nvPr>
        </p:nvSpPr>
        <p:spPr>
          <a:xfrm rot="-5400000">
            <a:off x="75276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Gray Title Only">
  <p:cSld name="Blue/Gray Title Only">
    <p:bg>
      <p:bgPr>
        <a:solidFill>
          <a:srgbClr val="E7E7E5"/>
        </a:solidFill>
      </p:bgPr>
    </p:bg>
    <p:spTree>
      <p:nvGrpSpPr>
        <p:cNvPr id="159" name="Shape 159"/>
        <p:cNvGrpSpPr/>
        <p:nvPr/>
      </p:nvGrpSpPr>
      <p:grpSpPr>
        <a:xfrm>
          <a:off x="0" y="0"/>
          <a:ext cx="0" cy="0"/>
          <a:chOff x="0" y="0"/>
          <a:chExt cx="0" cy="0"/>
        </a:xfrm>
      </p:grpSpPr>
      <p:sp>
        <p:nvSpPr>
          <p:cNvPr id="160" name="Google Shape;160;p37"/>
          <p:cNvSpPr/>
          <p:nvPr>
            <p:ph idx="2" type="pic"/>
          </p:nvPr>
        </p:nvSpPr>
        <p:spPr>
          <a:xfrm>
            <a:off x="152400" y="152400"/>
            <a:ext cx="4419600" cy="6553200"/>
          </a:xfrm>
          <a:prstGeom prst="rect">
            <a:avLst/>
          </a:prstGeom>
          <a:solidFill>
            <a:srgbClr val="FFFFFF"/>
          </a:solidFill>
          <a:ln>
            <a:noFill/>
          </a:ln>
        </p:spPr>
      </p:sp>
      <p:sp>
        <p:nvSpPr>
          <p:cNvPr id="161" name="Google Shape;161;p37"/>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chemeClr val="l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37"/>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63" name="Google Shape;163;p37"/>
          <p:cNvSpPr txBox="1"/>
          <p:nvPr>
            <p:ph idx="1" type="body"/>
          </p:nvPr>
        </p:nvSpPr>
        <p:spPr>
          <a:xfrm rot="-5400000">
            <a:off x="31080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4" name="Google Shape;164;p37"/>
          <p:cNvSpPr txBox="1"/>
          <p:nvPr>
            <p:ph type="title"/>
          </p:nvPr>
        </p:nvSpPr>
        <p:spPr>
          <a:xfrm>
            <a:off x="4877104" y="2971800"/>
            <a:ext cx="3885896" cy="954107"/>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White 1 Content">
  <p:cSld name="Blue/White 1 Content">
    <p:bg>
      <p:bgPr>
        <a:solidFill>
          <a:schemeClr val="accent6"/>
        </a:solidFill>
      </p:bgPr>
    </p:bg>
    <p:spTree>
      <p:nvGrpSpPr>
        <p:cNvPr id="165" name="Shape 165"/>
        <p:cNvGrpSpPr/>
        <p:nvPr/>
      </p:nvGrpSpPr>
      <p:grpSpPr>
        <a:xfrm>
          <a:off x="0" y="0"/>
          <a:ext cx="0" cy="0"/>
          <a:chOff x="0" y="0"/>
          <a:chExt cx="0" cy="0"/>
        </a:xfrm>
      </p:grpSpPr>
      <p:sp>
        <p:nvSpPr>
          <p:cNvPr id="166" name="Google Shape;166;p38"/>
          <p:cNvSpPr txBox="1"/>
          <p:nvPr>
            <p:ph idx="1" type="body"/>
          </p:nvPr>
        </p:nvSpPr>
        <p:spPr>
          <a:xfrm>
            <a:off x="685800" y="1600200"/>
            <a:ext cx="7772400" cy="4572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Clr>
                <a:srgbClr val="635C5B"/>
              </a:buClr>
              <a:buSzPts val="1800"/>
              <a:buChar char="•"/>
              <a:defRPr/>
            </a:lvl1pPr>
            <a:lvl2pPr indent="-342900" lvl="1" marL="914400" algn="l">
              <a:lnSpc>
                <a:spcPct val="100000"/>
              </a:lnSpc>
              <a:spcBef>
                <a:spcPts val="1200"/>
              </a:spcBef>
              <a:spcAft>
                <a:spcPts val="0"/>
              </a:spcAft>
              <a:buClr>
                <a:srgbClr val="635C5B"/>
              </a:buClr>
              <a:buSzPts val="1800"/>
              <a:buChar char="–"/>
              <a:defRPr/>
            </a:lvl2pPr>
            <a:lvl3pPr indent="-342900" lvl="2" marL="1371600" algn="l">
              <a:lnSpc>
                <a:spcPct val="100000"/>
              </a:lnSpc>
              <a:spcBef>
                <a:spcPts val="1200"/>
              </a:spcBef>
              <a:spcAft>
                <a:spcPts val="0"/>
              </a:spcAft>
              <a:buClr>
                <a:srgbClr val="6C6463"/>
              </a:buClr>
              <a:buSzPts val="1800"/>
              <a:buChar char="•"/>
              <a:defRPr/>
            </a:lvl3pPr>
            <a:lvl4pPr indent="-342900" lvl="3" marL="1828800" algn="l">
              <a:lnSpc>
                <a:spcPct val="100000"/>
              </a:lnSpc>
              <a:spcBef>
                <a:spcPts val="360"/>
              </a:spcBef>
              <a:spcAft>
                <a:spcPts val="0"/>
              </a:spcAft>
              <a:buClr>
                <a:srgbClr val="6C6463"/>
              </a:buClr>
              <a:buSzPts val="1800"/>
              <a:buChar char="–"/>
              <a:defRPr/>
            </a:lvl4pPr>
            <a:lvl5pPr indent="-342900" lvl="4" marL="2286000" algn="l">
              <a:lnSpc>
                <a:spcPct val="100000"/>
              </a:lnSpc>
              <a:spcBef>
                <a:spcPts val="360"/>
              </a:spcBef>
              <a:spcAft>
                <a:spcPts val="0"/>
              </a:spcAft>
              <a:buClr>
                <a:srgbClr val="6C6463"/>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7" name="Google Shape;167;p38"/>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6C6463"/>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38"/>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69" name="Google Shape;169;p38"/>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White 2 Content">
  <p:cSld name="Blue/White 2 Content">
    <p:bg>
      <p:bgPr>
        <a:solidFill>
          <a:schemeClr val="accent6"/>
        </a:solidFill>
      </p:bgPr>
    </p:bg>
    <p:spTree>
      <p:nvGrpSpPr>
        <p:cNvPr id="170" name="Shape 170"/>
        <p:cNvGrpSpPr/>
        <p:nvPr/>
      </p:nvGrpSpPr>
      <p:grpSpPr>
        <a:xfrm>
          <a:off x="0" y="0"/>
          <a:ext cx="0" cy="0"/>
          <a:chOff x="0" y="0"/>
          <a:chExt cx="0" cy="0"/>
        </a:xfrm>
      </p:grpSpPr>
      <p:sp>
        <p:nvSpPr>
          <p:cNvPr id="171" name="Google Shape;171;p39"/>
          <p:cNvSpPr txBox="1"/>
          <p:nvPr>
            <p:ph idx="1" type="body"/>
          </p:nvPr>
        </p:nvSpPr>
        <p:spPr>
          <a:xfrm>
            <a:off x="686104" y="1600200"/>
            <a:ext cx="3809696"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6C6463"/>
              </a:buClr>
              <a:buSzPts val="1600"/>
              <a:buChar char="»"/>
              <a:defRPr sz="1600">
                <a:solidFill>
                  <a:srgbClr val="6C6463"/>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72" name="Google Shape;172;p39"/>
          <p:cNvSpPr txBox="1"/>
          <p:nvPr>
            <p:ph idx="2" type="body"/>
          </p:nvPr>
        </p:nvSpPr>
        <p:spPr>
          <a:xfrm>
            <a:off x="4648200" y="1600200"/>
            <a:ext cx="3810304"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6C6463"/>
              </a:buClr>
              <a:buSzPts val="1600"/>
              <a:buChar char="»"/>
              <a:defRPr sz="1600">
                <a:solidFill>
                  <a:srgbClr val="6C6463"/>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73" name="Google Shape;173;p39"/>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6C64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39"/>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75" name="Google Shape;175;p39"/>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White 3 Content">
  <p:cSld name="Blue/White 3 Content">
    <p:bg>
      <p:bgPr>
        <a:solidFill>
          <a:schemeClr val="accent6"/>
        </a:solidFill>
      </p:bgPr>
    </p:bg>
    <p:spTree>
      <p:nvGrpSpPr>
        <p:cNvPr id="176" name="Shape 176"/>
        <p:cNvGrpSpPr/>
        <p:nvPr/>
      </p:nvGrpSpPr>
      <p:grpSpPr>
        <a:xfrm>
          <a:off x="0" y="0"/>
          <a:ext cx="0" cy="0"/>
          <a:chOff x="0" y="0"/>
          <a:chExt cx="0" cy="0"/>
        </a:xfrm>
      </p:grpSpPr>
      <p:sp>
        <p:nvSpPr>
          <p:cNvPr id="177" name="Google Shape;177;p40"/>
          <p:cNvSpPr txBox="1"/>
          <p:nvPr>
            <p:ph idx="1" type="body"/>
          </p:nvPr>
        </p:nvSpPr>
        <p:spPr>
          <a:xfrm>
            <a:off x="686104" y="1600200"/>
            <a:ext cx="2514296"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FFFFFF"/>
              </a:buClr>
              <a:buSzPts val="1600"/>
              <a:buChar char="»"/>
              <a:defRPr sz="1600">
                <a:solidFill>
                  <a:srgbClr val="FFFFFF"/>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78" name="Google Shape;178;p40"/>
          <p:cNvSpPr txBox="1"/>
          <p:nvPr>
            <p:ph idx="2" type="body"/>
          </p:nvPr>
        </p:nvSpPr>
        <p:spPr>
          <a:xfrm>
            <a:off x="5943600" y="1600200"/>
            <a:ext cx="2514904"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FFFFFF"/>
              </a:buClr>
              <a:buSzPts val="1600"/>
              <a:buChar char="»"/>
              <a:defRPr sz="1600">
                <a:solidFill>
                  <a:srgbClr val="FFFFFF"/>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79" name="Google Shape;179;p40"/>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solidFill>
                  <a:srgbClr val="6C646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40"/>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81" name="Google Shape;181;p40"/>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40"/>
          <p:cNvSpPr txBox="1"/>
          <p:nvPr>
            <p:ph idx="3" type="body"/>
          </p:nvPr>
        </p:nvSpPr>
        <p:spPr>
          <a:xfrm>
            <a:off x="3314548" y="1600200"/>
            <a:ext cx="2514904" cy="45720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30200" lvl="4" marL="2286000" algn="l">
              <a:lnSpc>
                <a:spcPct val="100000"/>
              </a:lnSpc>
              <a:spcBef>
                <a:spcPts val="320"/>
              </a:spcBef>
              <a:spcAft>
                <a:spcPts val="0"/>
              </a:spcAft>
              <a:buClr>
                <a:srgbClr val="FFFFFF"/>
              </a:buClr>
              <a:buSzPts val="1600"/>
              <a:buChar char="»"/>
              <a:defRPr sz="1600">
                <a:solidFill>
                  <a:srgbClr val="FFFFFF"/>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White 1 Content + Bottom Photo">
  <p:cSld name="Blue/White 1 Content + Bottom Photo">
    <p:bg>
      <p:bgPr>
        <a:solidFill>
          <a:schemeClr val="accent6"/>
        </a:solidFill>
      </p:bgPr>
    </p:bg>
    <p:spTree>
      <p:nvGrpSpPr>
        <p:cNvPr id="183" name="Shape 183"/>
        <p:cNvGrpSpPr/>
        <p:nvPr/>
      </p:nvGrpSpPr>
      <p:grpSpPr>
        <a:xfrm>
          <a:off x="0" y="0"/>
          <a:ext cx="0" cy="0"/>
          <a:chOff x="0" y="0"/>
          <a:chExt cx="0" cy="0"/>
        </a:xfrm>
      </p:grpSpPr>
      <p:sp>
        <p:nvSpPr>
          <p:cNvPr id="184" name="Google Shape;184;p41"/>
          <p:cNvSpPr/>
          <p:nvPr>
            <p:ph idx="2" type="pic"/>
          </p:nvPr>
        </p:nvSpPr>
        <p:spPr>
          <a:xfrm>
            <a:off x="152400" y="3429000"/>
            <a:ext cx="8839200" cy="3276600"/>
          </a:xfrm>
          <a:prstGeom prst="rect">
            <a:avLst/>
          </a:prstGeom>
          <a:solidFill>
            <a:srgbClr val="E7E7E5"/>
          </a:solidFill>
          <a:ln>
            <a:noFill/>
          </a:ln>
        </p:spPr>
      </p:sp>
      <p:sp>
        <p:nvSpPr>
          <p:cNvPr id="185" name="Google Shape;185;p41"/>
          <p:cNvSpPr txBox="1"/>
          <p:nvPr>
            <p:ph idx="1" type="body"/>
          </p:nvPr>
        </p:nvSpPr>
        <p:spPr>
          <a:xfrm rot="-5400000">
            <a:off x="7527667" y="47082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6" name="Google Shape;186;p41"/>
          <p:cNvSpPr txBox="1"/>
          <p:nvPr>
            <p:ph idx="3" type="body"/>
          </p:nvPr>
        </p:nvSpPr>
        <p:spPr>
          <a:xfrm>
            <a:off x="685800" y="1600200"/>
            <a:ext cx="7772400" cy="16002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a:solidFill>
                  <a:srgbClr val="6C6463"/>
                </a:solidFill>
              </a:defRPr>
            </a:lvl1pPr>
            <a:lvl2pPr indent="-355600" lvl="1" marL="914400" algn="l">
              <a:lnSpc>
                <a:spcPct val="100000"/>
              </a:lnSpc>
              <a:spcBef>
                <a:spcPts val="1200"/>
              </a:spcBef>
              <a:spcAft>
                <a:spcPts val="0"/>
              </a:spcAft>
              <a:buClr>
                <a:srgbClr val="6C6463"/>
              </a:buClr>
              <a:buSzPts val="2000"/>
              <a:buChar char="–"/>
              <a:defRPr>
                <a:solidFill>
                  <a:srgbClr val="6C6463"/>
                </a:solidFill>
              </a:defRPr>
            </a:lvl2pPr>
            <a:lvl3pPr indent="-342900" lvl="2" marL="1371600" algn="l">
              <a:lnSpc>
                <a:spcPct val="100000"/>
              </a:lnSpc>
              <a:spcBef>
                <a:spcPts val="1200"/>
              </a:spcBef>
              <a:spcAft>
                <a:spcPts val="0"/>
              </a:spcAft>
              <a:buClr>
                <a:srgbClr val="6C6463"/>
              </a:buClr>
              <a:buSzPts val="1800"/>
              <a:buChar char="•"/>
              <a:defRPr>
                <a:solidFill>
                  <a:srgbClr val="6C6463"/>
                </a:solidFill>
              </a:defRPr>
            </a:lvl3pPr>
            <a:lvl4pPr indent="-330200" lvl="3" marL="1828800" algn="l">
              <a:lnSpc>
                <a:spcPct val="100000"/>
              </a:lnSpc>
              <a:spcBef>
                <a:spcPts val="320"/>
              </a:spcBef>
              <a:spcAft>
                <a:spcPts val="0"/>
              </a:spcAft>
              <a:buClr>
                <a:srgbClr val="6C6463"/>
              </a:buClr>
              <a:buSzPts val="1600"/>
              <a:buChar char="–"/>
              <a:defRPr>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7" name="Google Shape;187;p41"/>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FFFFFF"/>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41"/>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89" name="Google Shape;189;p41"/>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White 1 Content + Right Photo">
  <p:cSld name="Blue/White 1 Content + Right Photo">
    <p:bg>
      <p:bgPr>
        <a:solidFill>
          <a:schemeClr val="accent6"/>
        </a:solidFill>
      </p:bgPr>
    </p:bg>
    <p:spTree>
      <p:nvGrpSpPr>
        <p:cNvPr id="190" name="Shape 190"/>
        <p:cNvGrpSpPr/>
        <p:nvPr/>
      </p:nvGrpSpPr>
      <p:grpSpPr>
        <a:xfrm>
          <a:off x="0" y="0"/>
          <a:ext cx="0" cy="0"/>
          <a:chOff x="0" y="0"/>
          <a:chExt cx="0" cy="0"/>
        </a:xfrm>
      </p:grpSpPr>
      <p:sp>
        <p:nvSpPr>
          <p:cNvPr id="191" name="Google Shape;191;p42"/>
          <p:cNvSpPr/>
          <p:nvPr>
            <p:ph idx="2" type="pic"/>
          </p:nvPr>
        </p:nvSpPr>
        <p:spPr>
          <a:xfrm>
            <a:off x="4572000" y="152400"/>
            <a:ext cx="4419600" cy="6553200"/>
          </a:xfrm>
          <a:prstGeom prst="rect">
            <a:avLst/>
          </a:prstGeom>
          <a:solidFill>
            <a:srgbClr val="E7E7E5"/>
          </a:solidFill>
          <a:ln>
            <a:noFill/>
          </a:ln>
        </p:spPr>
      </p:sp>
      <p:sp>
        <p:nvSpPr>
          <p:cNvPr id="192" name="Google Shape;192;p42"/>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rgbClr val="6C6463"/>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42"/>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94" name="Google Shape;194;p42"/>
          <p:cNvSpPr txBox="1"/>
          <p:nvPr>
            <p:ph idx="1" type="body"/>
          </p:nvPr>
        </p:nvSpPr>
        <p:spPr>
          <a:xfrm>
            <a:off x="685800" y="2057400"/>
            <a:ext cx="3657600" cy="41148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rgbClr val="6C6463"/>
              </a:buClr>
              <a:buSzPts val="2000"/>
              <a:buChar char="•"/>
              <a:defRPr sz="2000">
                <a:solidFill>
                  <a:srgbClr val="6C6463"/>
                </a:solidFill>
              </a:defRPr>
            </a:lvl1pPr>
            <a:lvl2pPr indent="-342900" lvl="1" marL="914400" algn="l">
              <a:lnSpc>
                <a:spcPct val="100000"/>
              </a:lnSpc>
              <a:spcBef>
                <a:spcPts val="1200"/>
              </a:spcBef>
              <a:spcAft>
                <a:spcPts val="0"/>
              </a:spcAft>
              <a:buClr>
                <a:srgbClr val="6C6463"/>
              </a:buClr>
              <a:buSzPts val="1800"/>
              <a:buChar char="–"/>
              <a:defRPr sz="1800">
                <a:solidFill>
                  <a:srgbClr val="6C6463"/>
                </a:solidFill>
              </a:defRPr>
            </a:lvl2pPr>
            <a:lvl3pPr indent="-330200" lvl="2" marL="1371600" algn="l">
              <a:lnSpc>
                <a:spcPct val="100000"/>
              </a:lnSpc>
              <a:spcBef>
                <a:spcPts val="1200"/>
              </a:spcBef>
              <a:spcAft>
                <a:spcPts val="0"/>
              </a:spcAft>
              <a:buClr>
                <a:srgbClr val="6C6463"/>
              </a:buClr>
              <a:buSzPts val="1600"/>
              <a:buChar char="•"/>
              <a:defRPr sz="1600">
                <a:solidFill>
                  <a:srgbClr val="6C6463"/>
                </a:solidFill>
              </a:defRPr>
            </a:lvl3pPr>
            <a:lvl4pPr indent="-317500" lvl="3" marL="1828800" algn="l">
              <a:lnSpc>
                <a:spcPct val="100000"/>
              </a:lnSpc>
              <a:spcBef>
                <a:spcPts val="280"/>
              </a:spcBef>
              <a:spcAft>
                <a:spcPts val="0"/>
              </a:spcAft>
              <a:buClr>
                <a:srgbClr val="6C6463"/>
              </a:buClr>
              <a:buSzPts val="1400"/>
              <a:buChar char="–"/>
              <a:defRPr sz="1400">
                <a:solidFill>
                  <a:srgbClr val="6C6463"/>
                </a:solidFill>
              </a:defRPr>
            </a:lvl4pPr>
            <a:lvl5pPr indent="-317500" lvl="4" marL="2286000" algn="l">
              <a:lnSpc>
                <a:spcPct val="100000"/>
              </a:lnSpc>
              <a:spcBef>
                <a:spcPts val="280"/>
              </a:spcBef>
              <a:spcAft>
                <a:spcPts val="0"/>
              </a:spcAft>
              <a:buClr>
                <a:srgbClr val="FFFFFF"/>
              </a:buClr>
              <a:buSzPts val="1400"/>
              <a:buChar char="»"/>
              <a:defRPr>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5" name="Google Shape;195;p42"/>
          <p:cNvSpPr txBox="1"/>
          <p:nvPr>
            <p:ph type="title"/>
          </p:nvPr>
        </p:nvSpPr>
        <p:spPr>
          <a:xfrm>
            <a:off x="685800" y="408204"/>
            <a:ext cx="3657296" cy="1389888"/>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42"/>
          <p:cNvSpPr txBox="1"/>
          <p:nvPr>
            <p:ph idx="3" type="body"/>
          </p:nvPr>
        </p:nvSpPr>
        <p:spPr>
          <a:xfrm rot="-5400000">
            <a:off x="75276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White Title + Left Photo">
  <p:cSld name="Blue/White Title + Left Photo">
    <p:bg>
      <p:bgPr>
        <a:solidFill>
          <a:schemeClr val="accent6"/>
        </a:solidFill>
      </p:bgPr>
    </p:bg>
    <p:spTree>
      <p:nvGrpSpPr>
        <p:cNvPr id="197" name="Shape 197"/>
        <p:cNvGrpSpPr/>
        <p:nvPr/>
      </p:nvGrpSpPr>
      <p:grpSpPr>
        <a:xfrm>
          <a:off x="0" y="0"/>
          <a:ext cx="0" cy="0"/>
          <a:chOff x="0" y="0"/>
          <a:chExt cx="0" cy="0"/>
        </a:xfrm>
      </p:grpSpPr>
      <p:sp>
        <p:nvSpPr>
          <p:cNvPr id="198" name="Google Shape;198;p43"/>
          <p:cNvSpPr/>
          <p:nvPr>
            <p:ph idx="2" type="pic"/>
          </p:nvPr>
        </p:nvSpPr>
        <p:spPr>
          <a:xfrm>
            <a:off x="152400" y="152400"/>
            <a:ext cx="4419600" cy="6553200"/>
          </a:xfrm>
          <a:prstGeom prst="rect">
            <a:avLst/>
          </a:prstGeom>
          <a:solidFill>
            <a:srgbClr val="E7E7E5"/>
          </a:solidFill>
          <a:ln>
            <a:noFill/>
          </a:ln>
        </p:spPr>
      </p:sp>
      <p:sp>
        <p:nvSpPr>
          <p:cNvPr id="199" name="Google Shape;199;p43"/>
          <p:cNvSpPr txBox="1"/>
          <p:nvPr>
            <p:ph idx="10" type="dt"/>
          </p:nvPr>
        </p:nvSpPr>
        <p:spPr>
          <a:xfrm>
            <a:off x="152400" y="6520934"/>
            <a:ext cx="2133600" cy="184666"/>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b="0" i="0" sz="600">
                <a:solidFill>
                  <a:schemeClr val="l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43"/>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6C6463"/>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201" name="Google Shape;201;p43"/>
          <p:cNvSpPr txBox="1"/>
          <p:nvPr>
            <p:ph idx="1" type="body"/>
          </p:nvPr>
        </p:nvSpPr>
        <p:spPr>
          <a:xfrm rot="-5400000">
            <a:off x="3108067" y="1431666"/>
            <a:ext cx="2743200" cy="184666"/>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rgbClr val="FFFFFF"/>
              </a:buClr>
              <a:buSzPts val="600"/>
              <a:buNone/>
              <a:defRPr sz="600">
                <a:solidFill>
                  <a:srgbClr val="FFFFFF"/>
                </a:solidFill>
              </a:defRPr>
            </a:lvl1pPr>
            <a:lvl2pPr indent="-228600" lvl="1" marL="914400" algn="l">
              <a:lnSpc>
                <a:spcPct val="100000"/>
              </a:lnSpc>
              <a:spcBef>
                <a:spcPts val="1200"/>
              </a:spcBef>
              <a:spcAft>
                <a:spcPts val="0"/>
              </a:spcAft>
              <a:buClr>
                <a:schemeClr val="lt1"/>
              </a:buClr>
              <a:buSzPts val="1800"/>
              <a:buNone/>
              <a:defRPr sz="1800">
                <a:solidFill>
                  <a:schemeClr val="lt1"/>
                </a:solidFill>
              </a:defRPr>
            </a:lvl2pPr>
            <a:lvl3pPr indent="-228600" lvl="2" marL="1371600" algn="l">
              <a:lnSpc>
                <a:spcPct val="100000"/>
              </a:lnSpc>
              <a:spcBef>
                <a:spcPts val="1200"/>
              </a:spcBef>
              <a:spcAft>
                <a:spcPts val="0"/>
              </a:spcAft>
              <a:buClr>
                <a:schemeClr val="lt1"/>
              </a:buClr>
              <a:buSzPts val="1600"/>
              <a:buNone/>
              <a:defRPr sz="1600">
                <a:solidFill>
                  <a:schemeClr val="lt1"/>
                </a:solidFill>
              </a:defRPr>
            </a:lvl3pPr>
            <a:lvl4pPr indent="-228600" lvl="3" marL="1828800" algn="l">
              <a:lnSpc>
                <a:spcPct val="100000"/>
              </a:lnSpc>
              <a:spcBef>
                <a:spcPts val="280"/>
              </a:spcBef>
              <a:spcAft>
                <a:spcPts val="0"/>
              </a:spcAft>
              <a:buClr>
                <a:schemeClr val="lt1"/>
              </a:buClr>
              <a:buSzPts val="1400"/>
              <a:buNone/>
              <a:defRPr sz="1400">
                <a:solidFill>
                  <a:schemeClr val="lt1"/>
                </a:solidFill>
              </a:defRPr>
            </a:lvl4pPr>
            <a:lvl5pPr indent="-228600" lvl="4" marL="2286000" algn="l">
              <a:lnSpc>
                <a:spcPct val="100000"/>
              </a:lnSpc>
              <a:spcBef>
                <a:spcPts val="240"/>
              </a:spcBef>
              <a:spcAft>
                <a:spcPts val="0"/>
              </a:spcAft>
              <a:buClr>
                <a:schemeClr val="lt1"/>
              </a:buClr>
              <a:buSzPts val="1200"/>
              <a:buNone/>
              <a:defRPr sz="1200">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2" name="Google Shape;202;p43"/>
          <p:cNvSpPr txBox="1"/>
          <p:nvPr>
            <p:ph type="title"/>
          </p:nvPr>
        </p:nvSpPr>
        <p:spPr>
          <a:xfrm>
            <a:off x="4877104" y="2971800"/>
            <a:ext cx="3885896" cy="954107"/>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Clr>
                <a:srgbClr val="0067B9"/>
              </a:buClr>
              <a:buSzPts val="2800"/>
              <a:buFont typeface="Gill Sans"/>
              <a:buNone/>
              <a:defRPr>
                <a:solidFill>
                  <a:srgbClr val="0067B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5"/>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86104" y="457200"/>
            <a:ext cx="7772400" cy="9144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BA0C2F"/>
              </a:buClr>
              <a:buSzPts val="2800"/>
              <a:buFont typeface="Gill Sans"/>
              <a:buNone/>
              <a:defRPr b="0" i="0" sz="2800" u="none" cap="none" strike="noStrike">
                <a:solidFill>
                  <a:srgbClr val="BA0C2F"/>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85800" y="1600200"/>
            <a:ext cx="7772400" cy="41148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00000"/>
              </a:lnSpc>
              <a:spcBef>
                <a:spcPts val="0"/>
              </a:spcBef>
              <a:spcAft>
                <a:spcPts val="0"/>
              </a:spcAft>
              <a:buClr>
                <a:srgbClr val="635C5B"/>
              </a:buClr>
              <a:buSzPts val="2000"/>
              <a:buFont typeface="Arial"/>
              <a:buChar char="•"/>
              <a:defRPr b="0" i="0" sz="2000" u="none" cap="none" strike="noStrike">
                <a:solidFill>
                  <a:srgbClr val="635C5B"/>
                </a:solidFill>
                <a:latin typeface="Gill Sans"/>
                <a:ea typeface="Gill Sans"/>
                <a:cs typeface="Gill Sans"/>
                <a:sym typeface="Gill Sans"/>
              </a:defRPr>
            </a:lvl1pPr>
            <a:lvl2pPr indent="-355600" lvl="1" marL="914400" marR="0" rtl="0" algn="l">
              <a:lnSpc>
                <a:spcPct val="100000"/>
              </a:lnSpc>
              <a:spcBef>
                <a:spcPts val="1200"/>
              </a:spcBef>
              <a:spcAft>
                <a:spcPts val="0"/>
              </a:spcAft>
              <a:buClr>
                <a:srgbClr val="635C5B"/>
              </a:buClr>
              <a:buSzPts val="2000"/>
              <a:buFont typeface="Arial"/>
              <a:buChar char="–"/>
              <a:defRPr b="0" i="0" sz="2000" u="none" cap="none" strike="noStrike">
                <a:solidFill>
                  <a:srgbClr val="635C5B"/>
                </a:solidFill>
                <a:latin typeface="Gill Sans"/>
                <a:ea typeface="Gill Sans"/>
                <a:cs typeface="Gill Sans"/>
                <a:sym typeface="Gill Sans"/>
              </a:defRPr>
            </a:lvl2pPr>
            <a:lvl3pPr indent="-342900" lvl="2" marL="1371600" marR="0" rtl="0" algn="l">
              <a:lnSpc>
                <a:spcPct val="100000"/>
              </a:lnSpc>
              <a:spcBef>
                <a:spcPts val="1200"/>
              </a:spcBef>
              <a:spcAft>
                <a:spcPts val="0"/>
              </a:spcAft>
              <a:buClr>
                <a:srgbClr val="6C6463"/>
              </a:buClr>
              <a:buSzPts val="1800"/>
              <a:buFont typeface="Arial"/>
              <a:buChar char="•"/>
              <a:defRPr b="0" i="0" sz="1800" u="none" cap="none" strike="noStrike">
                <a:solidFill>
                  <a:srgbClr val="6C6463"/>
                </a:solidFill>
                <a:latin typeface="Gill Sans"/>
                <a:ea typeface="Gill Sans"/>
                <a:cs typeface="Gill Sans"/>
                <a:sym typeface="Gill Sans"/>
              </a:defRPr>
            </a:lvl3pPr>
            <a:lvl4pPr indent="-330200" lvl="3" marL="1828800" marR="0" rtl="0" algn="l">
              <a:lnSpc>
                <a:spcPct val="100000"/>
              </a:lnSpc>
              <a:spcBef>
                <a:spcPts val="320"/>
              </a:spcBef>
              <a:spcAft>
                <a:spcPts val="0"/>
              </a:spcAft>
              <a:buClr>
                <a:srgbClr val="6C6463"/>
              </a:buClr>
              <a:buSzPts val="1600"/>
              <a:buFont typeface="Arial"/>
              <a:buChar char="–"/>
              <a:defRPr b="0" i="0" sz="1600" u="none" cap="none" strike="noStrike">
                <a:solidFill>
                  <a:srgbClr val="6C6463"/>
                </a:solidFill>
                <a:latin typeface="Gill Sans"/>
                <a:ea typeface="Gill Sans"/>
                <a:cs typeface="Gill Sans"/>
                <a:sym typeface="Gill Sans"/>
              </a:defRPr>
            </a:lvl4pPr>
            <a:lvl5pPr indent="-317500" lvl="4" marL="2286000" marR="0" rtl="0" algn="l">
              <a:lnSpc>
                <a:spcPct val="100000"/>
              </a:lnSpc>
              <a:spcBef>
                <a:spcPts val="280"/>
              </a:spcBef>
              <a:spcAft>
                <a:spcPts val="0"/>
              </a:spcAft>
              <a:buClr>
                <a:srgbClr val="6C6463"/>
              </a:buClr>
              <a:buSzPts val="1400"/>
              <a:buFont typeface="Arial"/>
              <a:buChar char="»"/>
              <a:defRPr b="0" i="0" sz="1400" u="none" cap="none" strike="noStrike">
                <a:solidFill>
                  <a:srgbClr val="6C6463"/>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2" name="Google Shape;12;p13"/>
          <p:cNvSpPr txBox="1"/>
          <p:nvPr>
            <p:ph idx="10" type="dt"/>
          </p:nvPr>
        </p:nvSpPr>
        <p:spPr>
          <a:xfrm>
            <a:off x="152400" y="6530079"/>
            <a:ext cx="2133600" cy="184666"/>
          </a:xfrm>
          <a:prstGeom prst="rect">
            <a:avLst/>
          </a:prstGeom>
          <a:noFill/>
          <a:ln>
            <a:noFill/>
          </a:ln>
        </p:spPr>
        <p:txBody>
          <a:bodyPr anchorCtr="0" anchor="ctr" bIns="45700" lIns="91425" spcFirstLastPara="1" rIns="91425" wrap="square" tIns="45700">
            <a:spAutoFit/>
          </a:bodyPr>
          <a:lstStyle>
            <a:lvl1pPr lvl="0" marR="0" rtl="0" algn="l">
              <a:lnSpc>
                <a:spcPct val="100000"/>
              </a:lnSpc>
              <a:spcBef>
                <a:spcPts val="0"/>
              </a:spcBef>
              <a:spcAft>
                <a:spcPts val="0"/>
              </a:spcAft>
              <a:buClr>
                <a:srgbClr val="000000"/>
              </a:buClr>
              <a:buSzPts val="1400"/>
              <a:buFont typeface="Arial"/>
              <a:buNone/>
              <a:defRPr b="0" i="0" sz="600" u="none" cap="none" strike="noStrike">
                <a:solidFill>
                  <a:srgbClr val="635C5B"/>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13"/>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635C5B"/>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3"/>
          <p:cNvSpPr/>
          <p:nvPr/>
        </p:nvSpPr>
        <p:spPr>
          <a:xfrm>
            <a:off x="0" y="0"/>
            <a:ext cx="9144000" cy="6858000"/>
          </a:xfrm>
          <a:prstGeom prst="frame">
            <a:avLst>
              <a:gd fmla="val 2222" name="adj1"/>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g1e6c9df4f1e_0_6"/>
          <p:cNvPicPr preferRelativeResize="0"/>
          <p:nvPr/>
        </p:nvPicPr>
        <p:blipFill rotWithShape="1">
          <a:blip r:embed="rId3">
            <a:alphaModFix/>
          </a:blip>
          <a:srcRect b="0" l="0" r="0" t="0"/>
          <a:stretch/>
        </p:blipFill>
        <p:spPr>
          <a:xfrm>
            <a:off x="-18" y="0"/>
            <a:ext cx="9144018" cy="6858000"/>
          </a:xfrm>
          <a:prstGeom prst="rect">
            <a:avLst/>
          </a:prstGeom>
          <a:noFill/>
          <a:ln>
            <a:noFill/>
          </a:ln>
        </p:spPr>
      </p:pic>
      <p:sp>
        <p:nvSpPr>
          <p:cNvPr id="209" name="Google Shape;209;g1e6c9df4f1e_0_6"/>
          <p:cNvSpPr txBox="1"/>
          <p:nvPr>
            <p:ph idx="12" type="sldNum"/>
          </p:nvPr>
        </p:nvSpPr>
        <p:spPr>
          <a:xfrm>
            <a:off x="6858000" y="6530079"/>
            <a:ext cx="2133600" cy="1848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US"/>
              <a:t>‹#›</a:t>
            </a:fld>
            <a:endParaRPr/>
          </a:p>
        </p:txBody>
      </p:sp>
      <p:sp>
        <p:nvSpPr>
          <p:cNvPr id="210" name="Google Shape;210;g1e6c9df4f1e_0_6"/>
          <p:cNvSpPr txBox="1"/>
          <p:nvPr/>
        </p:nvSpPr>
        <p:spPr>
          <a:xfrm>
            <a:off x="-18" y="3526971"/>
            <a:ext cx="9144018" cy="3331029"/>
          </a:xfrm>
          <a:prstGeom prst="rect">
            <a:avLst/>
          </a:prstGeom>
          <a:solidFill>
            <a:schemeClr val="accent3">
              <a:alpha val="76470"/>
            </a:schemeClr>
          </a:solidFill>
          <a:ln>
            <a:noFill/>
          </a:ln>
        </p:spPr>
        <p:txBody>
          <a:bodyPr anchorCtr="0" anchor="t" bIns="274300" lIns="548625" spcFirstLastPara="1" rIns="274300" wrap="square" tIns="274300">
            <a:noAutofit/>
          </a:bodyPr>
          <a:lstStyle/>
          <a:p>
            <a:pPr indent="0" lvl="0" marL="0" marR="0" rtl="0" algn="l">
              <a:lnSpc>
                <a:spcPct val="100000"/>
              </a:lnSpc>
              <a:spcBef>
                <a:spcPts val="0"/>
              </a:spcBef>
              <a:spcAft>
                <a:spcPts val="0"/>
              </a:spcAft>
              <a:buClr>
                <a:schemeClr val="folHlink"/>
              </a:buClr>
              <a:buSzPts val="1100"/>
              <a:buFont typeface="Arial"/>
              <a:buNone/>
            </a:pPr>
            <a:r>
              <a:rPr b="0" i="0" lang="en-US" sz="3200" u="none" cap="none" strike="noStrike">
                <a:solidFill>
                  <a:schemeClr val="accent6"/>
                </a:solidFill>
                <a:latin typeface="Gill Sans"/>
                <a:ea typeface="Gill Sans"/>
                <a:cs typeface="Gill Sans"/>
                <a:sym typeface="Gill Sans"/>
              </a:rPr>
              <a:t>WOMEN’S POLITICAL PARTICIPATION AND LEADERSHIP ASSESSMENT: TANZANIA FINDINGS PRESENTATION</a:t>
            </a:r>
            <a:endParaRPr/>
          </a:p>
          <a:p>
            <a:pPr indent="0" lvl="0" marL="0" marR="0" rtl="0" algn="l">
              <a:lnSpc>
                <a:spcPct val="100000"/>
              </a:lnSpc>
              <a:spcBef>
                <a:spcPts val="0"/>
              </a:spcBef>
              <a:spcAft>
                <a:spcPts val="0"/>
              </a:spcAft>
              <a:buNone/>
            </a:pPr>
            <a:r>
              <a:t/>
            </a:r>
            <a:endParaRPr b="1" i="0" sz="2400" u="none" cap="none" strike="noStrike">
              <a:solidFill>
                <a:schemeClr val="accent6"/>
              </a:solidFill>
              <a:latin typeface="Gill Sans"/>
              <a:ea typeface="Gill Sans"/>
              <a:cs typeface="Gill Sans"/>
              <a:sym typeface="Gill Sans"/>
            </a:endParaRPr>
          </a:p>
          <a:p>
            <a:pPr indent="0" lvl="0" marL="0" marR="0" rtl="0" algn="l">
              <a:lnSpc>
                <a:spcPct val="100000"/>
              </a:lnSpc>
              <a:spcBef>
                <a:spcPts val="0"/>
              </a:spcBef>
              <a:spcAft>
                <a:spcPts val="0"/>
              </a:spcAft>
              <a:buNone/>
            </a:pPr>
            <a:r>
              <a:rPr b="1" lang="en-US" sz="2400">
                <a:solidFill>
                  <a:schemeClr val="accent6"/>
                </a:solidFill>
                <a:latin typeface="Gill Sans"/>
                <a:ea typeface="Gill Sans"/>
                <a:cs typeface="Gill Sans"/>
                <a:sym typeface="Gill Sans"/>
              </a:rPr>
              <a:t>Nicole Rowsell</a:t>
            </a:r>
            <a:r>
              <a:rPr b="1" i="0" lang="en-US" sz="2400" u="none" cap="none" strike="noStrike">
                <a:solidFill>
                  <a:schemeClr val="accent6"/>
                </a:solidFill>
                <a:latin typeface="Gill Sans"/>
                <a:ea typeface="Gill Sans"/>
                <a:cs typeface="Gill Sans"/>
                <a:sym typeface="Gill Sans"/>
              </a:rPr>
              <a:t>,</a:t>
            </a:r>
            <a:r>
              <a:rPr b="0" i="0" lang="en-US" sz="2400" u="none" cap="none" strike="noStrike">
                <a:solidFill>
                  <a:schemeClr val="accent6"/>
                </a:solidFill>
                <a:latin typeface="Gill Sans"/>
                <a:ea typeface="Gill Sans"/>
                <a:cs typeface="Gill Sans"/>
                <a:sym typeface="Gill Sans"/>
              </a:rPr>
              <a:t> Gender and Politics Expert</a:t>
            </a:r>
            <a:endParaRPr b="0" i="0" sz="2400" u="none" cap="none" strike="noStrike">
              <a:solidFill>
                <a:schemeClr val="accent6"/>
              </a:solidFill>
              <a:latin typeface="Gill Sans"/>
              <a:ea typeface="Gill Sans"/>
              <a:cs typeface="Gill Sans"/>
              <a:sym typeface="Gill Sans"/>
            </a:endParaRPr>
          </a:p>
          <a:p>
            <a:pPr indent="0" lvl="0" marL="0" marR="0" rtl="0" algn="ctr">
              <a:lnSpc>
                <a:spcPct val="100000"/>
              </a:lnSpc>
              <a:spcBef>
                <a:spcPts val="0"/>
              </a:spcBef>
              <a:spcAft>
                <a:spcPts val="0"/>
              </a:spcAft>
              <a:buClr>
                <a:schemeClr val="folHlink"/>
              </a:buClr>
              <a:buSzPts val="1100"/>
              <a:buFont typeface="Arial"/>
              <a:buNone/>
            </a:pPr>
            <a:r>
              <a:t/>
            </a:r>
            <a:endParaRPr b="0" i="0" sz="1300" u="none" cap="none" strike="noStrike">
              <a:solidFill>
                <a:schemeClr val="accent6"/>
              </a:solidFill>
              <a:latin typeface="Gill Sans"/>
              <a:ea typeface="Gill Sans"/>
              <a:cs typeface="Gill Sans"/>
              <a:sym typeface="Gill Sans"/>
            </a:endParaRPr>
          </a:p>
          <a:p>
            <a:pPr indent="0" lvl="0" marL="0" marR="0" rtl="0" algn="l">
              <a:lnSpc>
                <a:spcPct val="100000"/>
              </a:lnSpc>
              <a:spcBef>
                <a:spcPts val="0"/>
              </a:spcBef>
              <a:spcAft>
                <a:spcPts val="0"/>
              </a:spcAft>
              <a:buClr>
                <a:schemeClr val="folHlink"/>
              </a:buClr>
              <a:buSzPts val="1100"/>
              <a:buFont typeface="Arial"/>
              <a:buNone/>
            </a:pPr>
            <a:r>
              <a:rPr lang="en-US" sz="2000">
                <a:solidFill>
                  <a:schemeClr val="accent6"/>
                </a:solidFill>
                <a:latin typeface="Gill Sans"/>
                <a:ea typeface="Gill Sans"/>
                <a:cs typeface="Gill Sans"/>
                <a:sym typeface="Gill Sans"/>
              </a:rPr>
              <a:t>December 12, </a:t>
            </a:r>
            <a:r>
              <a:rPr b="0" i="0" lang="en-US" sz="2000" u="none" cap="none" strike="noStrike">
                <a:solidFill>
                  <a:schemeClr val="accent6"/>
                </a:solidFill>
                <a:latin typeface="Gill Sans"/>
                <a:ea typeface="Gill Sans"/>
                <a:cs typeface="Gill Sans"/>
                <a:sym typeface="Gill Sans"/>
              </a:rPr>
              <a:t>2023</a:t>
            </a:r>
            <a:br>
              <a:rPr b="0" i="0" lang="en-US" sz="2000" u="none" cap="none" strike="noStrike">
                <a:solidFill>
                  <a:schemeClr val="accent6"/>
                </a:solidFill>
                <a:latin typeface="Gill Sans"/>
                <a:ea typeface="Gill Sans"/>
                <a:cs typeface="Gill Sans"/>
                <a:sym typeface="Gill Sans"/>
              </a:rPr>
            </a:br>
            <a:br>
              <a:rPr b="0" i="0" lang="en-US" sz="2000" u="none" cap="none" strike="noStrike">
                <a:solidFill>
                  <a:schemeClr val="accent6"/>
                </a:solidFill>
                <a:latin typeface="Gill Sans"/>
                <a:ea typeface="Gill Sans"/>
                <a:cs typeface="Gill Sans"/>
                <a:sym typeface="Gill Sans"/>
              </a:rPr>
            </a:br>
            <a:endParaRPr b="0" i="0" sz="2000" u="none" cap="none" strike="noStrike">
              <a:solidFill>
                <a:schemeClr val="accent6"/>
              </a:solidFill>
              <a:latin typeface="Gill Sans"/>
              <a:ea typeface="Gill Sans"/>
              <a:cs typeface="Gill Sans"/>
              <a:sym typeface="Gill Sans"/>
            </a:endParaRPr>
          </a:p>
        </p:txBody>
      </p:sp>
      <p:pic>
        <p:nvPicPr>
          <p:cNvPr id="211" name="Google Shape;211;g1e6c9df4f1e_0_6"/>
          <p:cNvPicPr preferRelativeResize="0"/>
          <p:nvPr/>
        </p:nvPicPr>
        <p:blipFill rotWithShape="1">
          <a:blip r:embed="rId4">
            <a:alphaModFix/>
          </a:blip>
          <a:srcRect b="0" l="0" r="0" t="0"/>
          <a:stretch/>
        </p:blipFill>
        <p:spPr>
          <a:xfrm>
            <a:off x="418350" y="333685"/>
            <a:ext cx="2772112" cy="83108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29bde68d6eb_0_2"/>
          <p:cNvSpPr txBox="1"/>
          <p:nvPr>
            <p:ph type="title"/>
          </p:nvPr>
        </p:nvSpPr>
        <p:spPr>
          <a:xfrm>
            <a:off x="1143000" y="827782"/>
            <a:ext cx="5486400" cy="1077218"/>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SzPts val="3200"/>
              <a:buNone/>
            </a:pPr>
            <a:r>
              <a:rPr lang="en-US"/>
              <a:t>AGENDA</a:t>
            </a:r>
            <a:endParaRPr/>
          </a:p>
        </p:txBody>
      </p:sp>
      <p:sp>
        <p:nvSpPr>
          <p:cNvPr id="218" name="Google Shape;218;g29bde68d6eb_0_2"/>
          <p:cNvSpPr txBox="1"/>
          <p:nvPr>
            <p:ph idx="12" type="sldNum"/>
          </p:nvPr>
        </p:nvSpPr>
        <p:spPr>
          <a:xfrm>
            <a:off x="6858000" y="6530079"/>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19" name="Google Shape;219;g29bde68d6eb_0_2"/>
          <p:cNvSpPr txBox="1"/>
          <p:nvPr>
            <p:ph idx="4294967295" type="body"/>
          </p:nvPr>
        </p:nvSpPr>
        <p:spPr>
          <a:xfrm>
            <a:off x="1045029" y="1472293"/>
            <a:ext cx="6392409" cy="2914650"/>
          </a:xfrm>
          <a:prstGeom prst="rect">
            <a:avLst/>
          </a:prstGeom>
          <a:noFill/>
          <a:ln>
            <a:noFill/>
          </a:ln>
        </p:spPr>
        <p:txBody>
          <a:bodyPr anchorCtr="0" anchor="t" bIns="45700" lIns="91425" spcFirstLastPara="1" rIns="91425" wrap="square" tIns="45700">
            <a:normAutofit/>
          </a:bodyPr>
          <a:lstStyle/>
          <a:p>
            <a:pPr indent="0" lvl="0" marL="76200" marR="0" rtl="0" algn="l">
              <a:lnSpc>
                <a:spcPct val="100000"/>
              </a:lnSpc>
              <a:spcBef>
                <a:spcPts val="0"/>
              </a:spcBef>
              <a:spcAft>
                <a:spcPts val="0"/>
              </a:spcAft>
              <a:buClr>
                <a:schemeClr val="accent6"/>
              </a:buClr>
              <a:buSzPts val="2400"/>
              <a:buNone/>
            </a:pPr>
            <a:r>
              <a:rPr lang="en-US" sz="2400">
                <a:solidFill>
                  <a:schemeClr val="accent6"/>
                </a:solidFill>
              </a:rPr>
              <a:t>Assessment Purpose &amp; Approach </a:t>
            </a:r>
            <a:endParaRPr sz="2400">
              <a:solidFill>
                <a:schemeClr val="accent6"/>
              </a:solidFill>
            </a:endParaRPr>
          </a:p>
          <a:p>
            <a:pPr indent="0" lvl="0" marL="76200" marR="0" rtl="0" algn="l">
              <a:lnSpc>
                <a:spcPct val="100000"/>
              </a:lnSpc>
              <a:spcBef>
                <a:spcPts val="600"/>
              </a:spcBef>
              <a:spcAft>
                <a:spcPts val="0"/>
              </a:spcAft>
              <a:buClr>
                <a:schemeClr val="accent6"/>
              </a:buClr>
              <a:buSzPts val="2400"/>
              <a:buNone/>
            </a:pPr>
            <a:r>
              <a:rPr lang="en-US" sz="2400">
                <a:solidFill>
                  <a:schemeClr val="accent6"/>
                </a:solidFill>
              </a:rPr>
              <a:t>Methodology </a:t>
            </a:r>
            <a:endParaRPr sz="2400">
              <a:solidFill>
                <a:schemeClr val="accent6"/>
              </a:solidFill>
            </a:endParaRPr>
          </a:p>
          <a:p>
            <a:pPr indent="0" lvl="0" marL="76200" marR="0" rtl="0" algn="l">
              <a:lnSpc>
                <a:spcPct val="100000"/>
              </a:lnSpc>
              <a:spcBef>
                <a:spcPts val="600"/>
              </a:spcBef>
              <a:spcAft>
                <a:spcPts val="0"/>
              </a:spcAft>
              <a:buClr>
                <a:schemeClr val="accent6"/>
              </a:buClr>
              <a:buSzPts val="2400"/>
              <a:buNone/>
            </a:pPr>
            <a:r>
              <a:rPr lang="en-US" sz="2400">
                <a:solidFill>
                  <a:schemeClr val="accent6"/>
                </a:solidFill>
              </a:rPr>
              <a:t>Barriers &amp; Opportunities</a:t>
            </a:r>
            <a:endParaRPr sz="2400">
              <a:solidFill>
                <a:schemeClr val="accent6"/>
              </a:solidFill>
            </a:endParaRPr>
          </a:p>
          <a:p>
            <a:pPr indent="0" lvl="0" marL="76200" marR="0" rtl="0" algn="l">
              <a:lnSpc>
                <a:spcPct val="100000"/>
              </a:lnSpc>
              <a:spcBef>
                <a:spcPts val="600"/>
              </a:spcBef>
              <a:spcAft>
                <a:spcPts val="0"/>
              </a:spcAft>
              <a:buClr>
                <a:schemeClr val="accent6"/>
              </a:buClr>
              <a:buSzPts val="2400"/>
              <a:buNone/>
            </a:pPr>
            <a:r>
              <a:rPr lang="en-US" sz="2400">
                <a:solidFill>
                  <a:schemeClr val="accent6"/>
                </a:solidFill>
              </a:rPr>
              <a:t>Recommendations</a:t>
            </a:r>
            <a:endParaRPr sz="2200">
              <a:solidFill>
                <a:schemeClr val="accent6"/>
              </a:solidFill>
            </a:endParaRPr>
          </a:p>
        </p:txBody>
      </p:sp>
      <p:sp>
        <p:nvSpPr>
          <p:cNvPr id="220" name="Google Shape;220;g29bde68d6eb_0_2"/>
          <p:cNvSpPr/>
          <p:nvPr/>
        </p:nvSpPr>
        <p:spPr>
          <a:xfrm>
            <a:off x="566250" y="792750"/>
            <a:ext cx="641700" cy="481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27" name="Google Shape;227;p3"/>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ASSESSMENT PURPOSE &amp; APPROACH</a:t>
            </a:r>
            <a:endParaRPr/>
          </a:p>
        </p:txBody>
      </p:sp>
      <p:sp>
        <p:nvSpPr>
          <p:cNvPr id="228" name="Google Shape;228;p3"/>
          <p:cNvSpPr txBox="1"/>
          <p:nvPr>
            <p:ph idx="1" type="body"/>
          </p:nvPr>
        </p:nvSpPr>
        <p:spPr>
          <a:xfrm>
            <a:off x="685800" y="1488557"/>
            <a:ext cx="7772400" cy="4683643"/>
          </a:xfrm>
          <a:prstGeom prst="rect">
            <a:avLst/>
          </a:prstGeom>
          <a:noFill/>
          <a:ln>
            <a:noFill/>
          </a:ln>
        </p:spPr>
        <p:txBody>
          <a:bodyPr anchorCtr="0" anchor="t" bIns="45700" lIns="91425" spcFirstLastPara="1" rIns="91425" wrap="square" tIns="45700">
            <a:noAutofit/>
          </a:bodyPr>
          <a:lstStyle/>
          <a:p>
            <a:pPr indent="-355600" lvl="0" marL="457200" rtl="0" algn="l">
              <a:lnSpc>
                <a:spcPct val="100000"/>
              </a:lnSpc>
              <a:spcBef>
                <a:spcPts val="0"/>
              </a:spcBef>
              <a:spcAft>
                <a:spcPts val="0"/>
              </a:spcAft>
              <a:buSzPts val="2000"/>
              <a:buChar char="•"/>
            </a:pPr>
            <a:r>
              <a:rPr lang="en-US"/>
              <a:t>The study of women’s political leadership in Tanzania investigated the barriers and opportunities to expand women’s participation and leadership in the political landscape. </a:t>
            </a:r>
            <a:endParaRPr/>
          </a:p>
          <a:p>
            <a:pPr indent="-355600" lvl="0" marL="457200" rtl="0" algn="l">
              <a:lnSpc>
                <a:spcPct val="100000"/>
              </a:lnSpc>
              <a:spcBef>
                <a:spcPts val="400"/>
              </a:spcBef>
              <a:spcAft>
                <a:spcPts val="0"/>
              </a:spcAft>
              <a:buSzPts val="2000"/>
              <a:buChar char="•"/>
            </a:pPr>
            <a:r>
              <a:rPr lang="en-US"/>
              <a:t>It used the WPPL Assessment Framework to document women’s access to and power in politics along sociocultural, institutional, and individual dimensions.</a:t>
            </a:r>
            <a:endParaRPr/>
          </a:p>
          <a:p>
            <a:pPr indent="-355600" lvl="0" marL="457200" rtl="0" algn="l">
              <a:lnSpc>
                <a:spcPct val="100000"/>
              </a:lnSpc>
              <a:spcBef>
                <a:spcPts val="400"/>
              </a:spcBef>
              <a:spcAft>
                <a:spcPts val="0"/>
              </a:spcAft>
              <a:buSzPts val="2000"/>
              <a:buChar char="•"/>
            </a:pPr>
            <a:r>
              <a:rPr lang="en-US"/>
              <a:t>The assessment analyzed women’s participation and leadership with the lenses of access and power.</a:t>
            </a:r>
            <a:endParaRPr/>
          </a:p>
          <a:p>
            <a:pPr indent="-355600" lvl="0" marL="457200" rtl="0" algn="l">
              <a:lnSpc>
                <a:spcPct val="100000"/>
              </a:lnSpc>
              <a:spcBef>
                <a:spcPts val="400"/>
              </a:spcBef>
              <a:spcAft>
                <a:spcPts val="400"/>
              </a:spcAft>
              <a:buSzPts val="2000"/>
              <a:buChar char="•"/>
            </a:pPr>
            <a:r>
              <a:rPr lang="en-US"/>
              <a:t>The report can be used by USAID to identify priority areas where its investments are likely to have the greatest impact.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1e7a2e74b51_0_229"/>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35" name="Google Shape;235;g1e7a2e74b51_0_229"/>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METHODOLOGY</a:t>
            </a:r>
            <a:endParaRPr/>
          </a:p>
        </p:txBody>
      </p:sp>
      <p:sp>
        <p:nvSpPr>
          <p:cNvPr id="236" name="Google Shape;236;g1e7a2e74b51_0_229"/>
          <p:cNvSpPr txBox="1"/>
          <p:nvPr>
            <p:ph idx="1" type="body"/>
          </p:nvPr>
        </p:nvSpPr>
        <p:spPr>
          <a:xfrm>
            <a:off x="685800" y="1489075"/>
            <a:ext cx="7772400" cy="4683125"/>
          </a:xfrm>
          <a:prstGeom prst="rect">
            <a:avLst/>
          </a:prstGeom>
          <a:noFill/>
          <a:ln>
            <a:noFill/>
          </a:ln>
        </p:spPr>
        <p:txBody>
          <a:bodyPr anchorCtr="0" anchor="t" bIns="45700" lIns="91425" spcFirstLastPara="1" rIns="91425" wrap="square" tIns="45700">
            <a:normAutofit/>
          </a:bodyPr>
          <a:lstStyle/>
          <a:p>
            <a:pPr indent="0" lvl="0" marL="101600" rtl="0" algn="l">
              <a:lnSpc>
                <a:spcPct val="100000"/>
              </a:lnSpc>
              <a:spcBef>
                <a:spcPts val="0"/>
              </a:spcBef>
              <a:spcAft>
                <a:spcPts val="0"/>
              </a:spcAft>
              <a:buSzPts val="2000"/>
              <a:buNone/>
            </a:pPr>
            <a:r>
              <a:rPr b="1" lang="en-US" sz="2400"/>
              <a:t>Desk Review</a:t>
            </a:r>
            <a:endParaRPr/>
          </a:p>
          <a:p>
            <a:pPr indent="0" lvl="0" marL="101600" rtl="0" algn="l">
              <a:lnSpc>
                <a:spcPct val="100000"/>
              </a:lnSpc>
              <a:spcBef>
                <a:spcPts val="400"/>
              </a:spcBef>
              <a:spcAft>
                <a:spcPts val="0"/>
              </a:spcAft>
              <a:buSzPts val="2000"/>
              <a:buNone/>
            </a:pPr>
            <a:r>
              <a:rPr b="1" lang="en-US" sz="2400"/>
              <a:t>Key Informant Interviews</a:t>
            </a:r>
            <a:endParaRPr/>
          </a:p>
          <a:p>
            <a:pPr indent="-355600" lvl="0" marL="457200" rtl="0" algn="l">
              <a:lnSpc>
                <a:spcPct val="100000"/>
              </a:lnSpc>
              <a:spcBef>
                <a:spcPts val="400"/>
              </a:spcBef>
              <a:spcAft>
                <a:spcPts val="0"/>
              </a:spcAft>
              <a:buSzPts val="2000"/>
              <a:buChar char="•"/>
            </a:pPr>
            <a:r>
              <a:rPr lang="en-US"/>
              <a:t>Four civil society leaders (two women, two men)</a:t>
            </a:r>
            <a:endParaRPr/>
          </a:p>
          <a:p>
            <a:pPr indent="-355600" lvl="0" marL="457200" rtl="0" algn="l">
              <a:lnSpc>
                <a:spcPct val="100000"/>
              </a:lnSpc>
              <a:spcBef>
                <a:spcPts val="400"/>
              </a:spcBef>
              <a:spcAft>
                <a:spcPts val="0"/>
              </a:spcAft>
              <a:buSzPts val="2000"/>
              <a:buChar char="•"/>
            </a:pPr>
            <a:r>
              <a:rPr lang="en-US"/>
              <a:t>Eight politicians (six women, two men)</a:t>
            </a:r>
            <a:endParaRPr/>
          </a:p>
          <a:p>
            <a:pPr indent="-355600" lvl="0" marL="457200" rtl="0" algn="l">
              <a:lnSpc>
                <a:spcPct val="100000"/>
              </a:lnSpc>
              <a:spcBef>
                <a:spcPts val="400"/>
              </a:spcBef>
              <a:spcAft>
                <a:spcPts val="0"/>
              </a:spcAft>
              <a:buSzPts val="2000"/>
              <a:buChar char="•"/>
            </a:pPr>
            <a:r>
              <a:rPr lang="en-US"/>
              <a:t>Two donors or implementing partners (one woman, one man)</a:t>
            </a:r>
            <a:endParaRPr/>
          </a:p>
          <a:p>
            <a:pPr indent="-355600" lvl="0" marL="457200" rtl="0" algn="l">
              <a:lnSpc>
                <a:spcPct val="100000"/>
              </a:lnSpc>
              <a:spcBef>
                <a:spcPts val="400"/>
              </a:spcBef>
              <a:spcAft>
                <a:spcPts val="0"/>
              </a:spcAft>
              <a:buSzPts val="2000"/>
              <a:buChar char="•"/>
            </a:pPr>
            <a:r>
              <a:rPr lang="en-US"/>
              <a:t>Two government officials (two men)</a:t>
            </a:r>
            <a:endParaRPr/>
          </a:p>
          <a:p>
            <a:pPr indent="-355600" lvl="0" marL="457200" rtl="0" algn="l">
              <a:lnSpc>
                <a:spcPct val="100000"/>
              </a:lnSpc>
              <a:spcBef>
                <a:spcPts val="400"/>
              </a:spcBef>
              <a:spcAft>
                <a:spcPts val="0"/>
              </a:spcAft>
              <a:buSzPts val="2000"/>
              <a:buChar char="•"/>
            </a:pPr>
            <a:r>
              <a:rPr lang="en-US"/>
              <a:t>One woman journalist</a:t>
            </a:r>
            <a:endParaRPr/>
          </a:p>
          <a:p>
            <a:pPr indent="-355600" lvl="0" marL="457200" rtl="0" algn="l">
              <a:lnSpc>
                <a:spcPct val="100000"/>
              </a:lnSpc>
              <a:spcBef>
                <a:spcPts val="400"/>
              </a:spcBef>
              <a:spcAft>
                <a:spcPts val="400"/>
              </a:spcAft>
              <a:buSzPts val="2000"/>
              <a:buChar char="•"/>
            </a:pPr>
            <a:r>
              <a:rPr lang="en-US"/>
              <a:t>One man political party leader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9bde68d6eb_0_12"/>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43" name="Google Shape;243;g29bde68d6eb_0_12"/>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METHODOLOGY | POLITICIAN SURVEY</a:t>
            </a:r>
            <a:endParaRPr/>
          </a:p>
        </p:txBody>
      </p:sp>
      <p:graphicFrame>
        <p:nvGraphicFramePr>
          <p:cNvPr id="244" name="Google Shape;244;g29bde68d6eb_0_12"/>
          <p:cNvGraphicFramePr/>
          <p:nvPr/>
        </p:nvGraphicFramePr>
        <p:xfrm>
          <a:off x="723900" y="1699744"/>
          <a:ext cx="3000000" cy="3000000"/>
        </p:xfrm>
        <a:graphic>
          <a:graphicData uri="http://schemas.openxmlformats.org/drawingml/2006/table">
            <a:tbl>
              <a:tblPr bandRow="1">
                <a:noFill/>
                <a:tableStyleId>{FD26334C-A162-4528-9D8B-AC9E223500CF}</a:tableStyleId>
              </a:tblPr>
              <a:tblGrid>
                <a:gridCol w="3614050"/>
                <a:gridCol w="2013850"/>
                <a:gridCol w="2068275"/>
              </a:tblGrid>
              <a:tr h="51560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small" strike="noStrike">
                          <a:solidFill>
                            <a:srgbClr val="FFFFFF"/>
                          </a:solidFill>
                          <a:latin typeface="Gill Sans"/>
                          <a:ea typeface="Gill Sans"/>
                          <a:cs typeface="Gill Sans"/>
                          <a:sym typeface="Gill Sans"/>
                        </a:rPr>
                        <a:t>POLITICAL PARTY</a:t>
                      </a:r>
                      <a:endParaRPr/>
                    </a:p>
                  </a:txBody>
                  <a:tcPr marT="0" marB="0" marR="73025" marL="73025" anchor="ctr">
                    <a:solidFill>
                      <a:srgbClr val="002F6D"/>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small" strike="noStrike">
                          <a:solidFill>
                            <a:srgbClr val="FFFFFF"/>
                          </a:solidFill>
                          <a:latin typeface="Gill Sans"/>
                          <a:ea typeface="Gill Sans"/>
                          <a:cs typeface="Gill Sans"/>
                          <a:sym typeface="Gill Sans"/>
                        </a:rPr>
                        <a:t>WOMEN</a:t>
                      </a:r>
                      <a:endParaRPr/>
                    </a:p>
                  </a:txBody>
                  <a:tcPr marT="0" marB="0" marR="73025" marL="73025" anchor="ctr">
                    <a:solidFill>
                      <a:srgbClr val="002F6D"/>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small" strike="noStrike">
                          <a:solidFill>
                            <a:srgbClr val="FFFFFF"/>
                          </a:solidFill>
                          <a:latin typeface="Gill Sans"/>
                          <a:ea typeface="Gill Sans"/>
                          <a:cs typeface="Gill Sans"/>
                          <a:sym typeface="Gill Sans"/>
                        </a:rPr>
                        <a:t>MEN</a:t>
                      </a:r>
                      <a:endParaRPr/>
                    </a:p>
                  </a:txBody>
                  <a:tcPr marT="0" marB="0" marR="73025" marL="73025" anchor="ctr">
                    <a:solidFill>
                      <a:srgbClr val="002F6D"/>
                    </a:solidFill>
                  </a:tcPr>
                </a:tc>
              </a:tr>
              <a:tr h="80540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Alliance for Change Tanzania </a:t>
                      </a:r>
                      <a:br>
                        <a:rPr lang="en-US" sz="1800" u="none" cap="none" strike="noStrike">
                          <a:latin typeface="Gill Sans"/>
                          <a:ea typeface="Gill Sans"/>
                          <a:cs typeface="Gill Sans"/>
                          <a:sym typeface="Gill Sans"/>
                        </a:rPr>
                      </a:br>
                      <a:r>
                        <a:rPr lang="en-US" sz="1800" u="none" cap="none" strike="noStrike">
                          <a:latin typeface="Gill Sans"/>
                          <a:ea typeface="Gill Sans"/>
                          <a:cs typeface="Gill Sans"/>
                          <a:sym typeface="Gill Sans"/>
                        </a:rPr>
                        <a:t>(ACT-Wazalendo)</a:t>
                      </a:r>
                      <a:endParaRPr sz="1800" u="none" cap="none" strike="noStrike">
                        <a:latin typeface="Gill Sans"/>
                        <a:ea typeface="Gill Sans"/>
                        <a:cs typeface="Gill Sans"/>
                        <a:sym typeface="Gill Sans"/>
                      </a:endParaRPr>
                    </a:p>
                  </a:txBody>
                  <a:tcPr marT="0" marB="0" marR="73025" marL="73025"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19</a:t>
                      </a:r>
                      <a:endParaRPr sz="1800" u="none" cap="none" strike="noStrike">
                        <a:latin typeface="Gill Sans"/>
                        <a:ea typeface="Gill Sans"/>
                        <a:cs typeface="Gill Sans"/>
                        <a:sym typeface="Gill Sans"/>
                      </a:endParaRPr>
                    </a:p>
                  </a:txBody>
                  <a:tcPr marT="0" marB="0" marR="73025" marL="73025"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18</a:t>
                      </a:r>
                      <a:endParaRPr sz="1800" u="none" cap="none" strike="noStrike">
                        <a:latin typeface="Gill Sans"/>
                        <a:ea typeface="Gill Sans"/>
                        <a:cs typeface="Gill Sans"/>
                        <a:sym typeface="Gill Sans"/>
                      </a:endParaRPr>
                    </a:p>
                  </a:txBody>
                  <a:tcPr marT="0" marB="0" marR="73025" marL="73025" anchor="ctr"/>
                </a:tc>
              </a:tr>
              <a:tr h="393925">
                <a:tc rowSpan="2">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Chama Cha Mapinduzi (CCM)</a:t>
                      </a:r>
                      <a:endParaRPr sz="1800" u="none" cap="none" strike="noStrike">
                        <a:latin typeface="Gill Sans"/>
                        <a:ea typeface="Gill Sans"/>
                        <a:cs typeface="Gill Sans"/>
                        <a:sym typeface="Gill Sans"/>
                      </a:endParaRPr>
                    </a:p>
                  </a:txBody>
                  <a:tcPr marT="0" marB="0" marR="73025" marL="73025" anchor="ctr"/>
                </a:tc>
                <a:tc rowSpan="2">
                  <a:txBody>
                    <a:bodyPr/>
                    <a:lstStyle/>
                    <a:p>
                      <a:pPr indent="0" lvl="0" marL="0" marR="0" rtl="0" algn="ctr">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 8</a:t>
                      </a:r>
                      <a:endParaRPr sz="1800" u="none" cap="none" strike="noStrike">
                        <a:latin typeface="Gill Sans"/>
                        <a:ea typeface="Gill Sans"/>
                        <a:cs typeface="Gill Sans"/>
                        <a:sym typeface="Gill Sans"/>
                      </a:endParaRPr>
                    </a:p>
                  </a:txBody>
                  <a:tcPr marT="0" marB="0" marR="73025" marL="73025" anchor="ctr"/>
                </a:tc>
                <a:tc rowSpan="2">
                  <a:txBody>
                    <a:bodyPr/>
                    <a:lstStyle/>
                    <a:p>
                      <a:pPr indent="0" lvl="0" marL="0" marR="0" rtl="0" algn="ctr">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8</a:t>
                      </a:r>
                      <a:endParaRPr sz="1800" u="none" cap="none" strike="noStrike">
                        <a:latin typeface="Gill Sans"/>
                        <a:ea typeface="Gill Sans"/>
                        <a:cs typeface="Gill Sans"/>
                        <a:sym typeface="Gill Sans"/>
                      </a:endParaRPr>
                    </a:p>
                  </a:txBody>
                  <a:tcPr marT="0" marB="0" marR="73025" marL="73025" anchor="ctr"/>
                </a:tc>
              </a:tr>
              <a:tr h="172275">
                <a:tc vMerge="1"/>
                <a:tc vMerge="1"/>
                <a:tc vMerge="1"/>
              </a:tr>
              <a:tr h="393925">
                <a:tc rowSpan="2">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Chama cha Demokrasia na Maendeleo (CHADEMA)</a:t>
                      </a:r>
                      <a:endParaRPr sz="1800" u="none" cap="none" strike="noStrike">
                        <a:latin typeface="Gill Sans"/>
                        <a:ea typeface="Gill Sans"/>
                        <a:cs typeface="Gill Sans"/>
                        <a:sym typeface="Gill Sans"/>
                      </a:endParaRPr>
                    </a:p>
                  </a:txBody>
                  <a:tcPr marT="0" marB="0" marR="73025" marL="73025" anchor="ctr"/>
                </a:tc>
                <a:tc rowSpan="2">
                  <a:txBody>
                    <a:bodyPr/>
                    <a:lstStyle/>
                    <a:p>
                      <a:pPr indent="0" lvl="0" marL="0" marR="0" rtl="0" algn="ctr">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19</a:t>
                      </a:r>
                      <a:endParaRPr sz="1800" u="none" cap="none" strike="noStrike">
                        <a:latin typeface="Gill Sans"/>
                        <a:ea typeface="Gill Sans"/>
                        <a:cs typeface="Gill Sans"/>
                        <a:sym typeface="Gill Sans"/>
                      </a:endParaRPr>
                    </a:p>
                  </a:txBody>
                  <a:tcPr marT="0" marB="0" marR="73025" marL="73025" anchor="ctr"/>
                </a:tc>
                <a:tc rowSpan="2">
                  <a:txBody>
                    <a:bodyPr/>
                    <a:lstStyle/>
                    <a:p>
                      <a:pPr indent="0" lvl="0" marL="0" marR="0" rtl="0" algn="ctr">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18</a:t>
                      </a:r>
                      <a:endParaRPr sz="1800" u="none" cap="none" strike="noStrike">
                        <a:latin typeface="Gill Sans"/>
                        <a:ea typeface="Gill Sans"/>
                        <a:cs typeface="Gill Sans"/>
                        <a:sym typeface="Gill Sans"/>
                      </a:endParaRPr>
                    </a:p>
                  </a:txBody>
                  <a:tcPr marT="0" marB="0" marR="73025" marL="73025" anchor="ctr"/>
                </a:tc>
              </a:tr>
              <a:tr h="468975">
                <a:tc vMerge="1"/>
                <a:tc vMerge="1"/>
                <a:tc vMerge="1"/>
              </a:tr>
              <a:tr h="393925">
                <a:tc rowSpan="2">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Civic United Front (CUF)</a:t>
                      </a:r>
                      <a:endParaRPr sz="1800" u="none" cap="none" strike="noStrike">
                        <a:latin typeface="Gill Sans"/>
                        <a:ea typeface="Gill Sans"/>
                        <a:cs typeface="Gill Sans"/>
                        <a:sym typeface="Gill Sans"/>
                      </a:endParaRPr>
                    </a:p>
                  </a:txBody>
                  <a:tcPr marT="0" marB="0" marR="73025" marL="73025" anchor="ctr"/>
                </a:tc>
                <a:tc rowSpan="2">
                  <a:txBody>
                    <a:bodyPr/>
                    <a:lstStyle/>
                    <a:p>
                      <a:pPr indent="0" lvl="0" marL="0" marR="0" rtl="0" algn="ctr">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19</a:t>
                      </a:r>
                      <a:endParaRPr sz="1800" u="none" cap="none" strike="noStrike">
                        <a:latin typeface="Gill Sans"/>
                        <a:ea typeface="Gill Sans"/>
                        <a:cs typeface="Gill Sans"/>
                        <a:sym typeface="Gill Sans"/>
                      </a:endParaRPr>
                    </a:p>
                  </a:txBody>
                  <a:tcPr marT="0" marB="0" marR="73025" marL="73025" anchor="ctr"/>
                </a:tc>
                <a:tc rowSpan="2">
                  <a:txBody>
                    <a:bodyPr/>
                    <a:lstStyle/>
                    <a:p>
                      <a:pPr indent="0" lvl="0" marL="0" marR="0" rtl="0" algn="ctr">
                        <a:lnSpc>
                          <a:spcPct val="100000"/>
                        </a:lnSpc>
                        <a:spcBef>
                          <a:spcPts val="0"/>
                        </a:spcBef>
                        <a:spcAft>
                          <a:spcPts val="0"/>
                        </a:spcAft>
                        <a:buClr>
                          <a:srgbClr val="000000"/>
                        </a:buClr>
                        <a:buSzPts val="2000"/>
                        <a:buFont typeface="Arial"/>
                        <a:buNone/>
                      </a:pPr>
                      <a:r>
                        <a:rPr lang="en-US" sz="1800" u="none" cap="none" strike="noStrike">
                          <a:latin typeface="Gill Sans"/>
                          <a:ea typeface="Gill Sans"/>
                          <a:cs typeface="Gill Sans"/>
                          <a:sym typeface="Gill Sans"/>
                        </a:rPr>
                        <a:t>18</a:t>
                      </a:r>
                      <a:endParaRPr sz="1800" u="none" cap="none" strike="noStrike">
                        <a:latin typeface="Gill Sans"/>
                        <a:ea typeface="Gill Sans"/>
                        <a:cs typeface="Gill Sans"/>
                        <a:sym typeface="Gill Sans"/>
                      </a:endParaRPr>
                    </a:p>
                  </a:txBody>
                  <a:tcPr marT="0" marB="0" marR="73025" marL="73025" anchor="ctr"/>
                </a:tc>
              </a:tr>
              <a:tr h="393925">
                <a:tc vMerge="1"/>
                <a:tc vMerge="1"/>
                <a:tc vMerge="1"/>
              </a:tr>
              <a:tr h="393925">
                <a:tc>
                  <a:txBody>
                    <a:bodyPr/>
                    <a:lstStyle/>
                    <a:p>
                      <a:pPr indent="0" lvl="0" marL="0" marR="0" rtl="0" algn="l">
                        <a:lnSpc>
                          <a:spcPct val="100000"/>
                        </a:lnSpc>
                        <a:spcBef>
                          <a:spcPts val="0"/>
                        </a:spcBef>
                        <a:spcAft>
                          <a:spcPts val="0"/>
                        </a:spcAft>
                        <a:buClr>
                          <a:srgbClr val="000000"/>
                        </a:buClr>
                        <a:buSzPts val="2000"/>
                        <a:buFont typeface="Arial"/>
                        <a:buNone/>
                      </a:pPr>
                      <a:r>
                        <a:rPr b="1" lang="en-US" sz="1800" u="none" cap="none" strike="noStrike">
                          <a:latin typeface="Gill Sans"/>
                          <a:ea typeface="Gill Sans"/>
                          <a:cs typeface="Gill Sans"/>
                          <a:sym typeface="Gill Sans"/>
                        </a:rPr>
                        <a:t>TOTAL</a:t>
                      </a:r>
                      <a:endParaRPr b="1" sz="1800" u="none" cap="none" strike="noStrike">
                        <a:latin typeface="Gill Sans"/>
                        <a:ea typeface="Gill Sans"/>
                        <a:cs typeface="Gill Sans"/>
                        <a:sym typeface="Gill Sans"/>
                      </a:endParaRPr>
                    </a:p>
                  </a:txBody>
                  <a:tcPr marT="0" marB="0" marR="73025" marL="73025" anchor="ctr"/>
                </a:tc>
                <a:tc>
                  <a:txBody>
                    <a:bodyPr/>
                    <a:lstStyle/>
                    <a:p>
                      <a:pPr indent="0" lvl="0" marL="0" marR="0" rtl="0" algn="ctr">
                        <a:lnSpc>
                          <a:spcPct val="100000"/>
                        </a:lnSpc>
                        <a:spcBef>
                          <a:spcPts val="0"/>
                        </a:spcBef>
                        <a:spcAft>
                          <a:spcPts val="0"/>
                        </a:spcAft>
                        <a:buClr>
                          <a:srgbClr val="000000"/>
                        </a:buClr>
                        <a:buSzPts val="2000"/>
                        <a:buFont typeface="Arial"/>
                        <a:buNone/>
                      </a:pPr>
                      <a:r>
                        <a:rPr b="1" lang="en-US" sz="1800" u="none" cap="none" strike="noStrike">
                          <a:latin typeface="Gill Sans"/>
                          <a:ea typeface="Gill Sans"/>
                          <a:cs typeface="Gill Sans"/>
                          <a:sym typeface="Gill Sans"/>
                        </a:rPr>
                        <a:t>65</a:t>
                      </a:r>
                      <a:endParaRPr b="1" sz="1800" u="none" cap="none" strike="noStrike">
                        <a:latin typeface="Gill Sans"/>
                        <a:ea typeface="Gill Sans"/>
                        <a:cs typeface="Gill Sans"/>
                        <a:sym typeface="Gill Sans"/>
                      </a:endParaRPr>
                    </a:p>
                  </a:txBody>
                  <a:tcPr marT="0" marB="0" marR="73025" marL="73025" anchor="ctr"/>
                </a:tc>
                <a:tc>
                  <a:txBody>
                    <a:bodyPr/>
                    <a:lstStyle/>
                    <a:p>
                      <a:pPr indent="0" lvl="0" marL="0" marR="0" rtl="0" algn="ctr">
                        <a:lnSpc>
                          <a:spcPct val="100000"/>
                        </a:lnSpc>
                        <a:spcBef>
                          <a:spcPts val="0"/>
                        </a:spcBef>
                        <a:spcAft>
                          <a:spcPts val="0"/>
                        </a:spcAft>
                        <a:buClr>
                          <a:srgbClr val="000000"/>
                        </a:buClr>
                        <a:buSzPts val="2000"/>
                        <a:buFont typeface="Arial"/>
                        <a:buNone/>
                      </a:pPr>
                      <a:r>
                        <a:rPr b="1" lang="en-US" sz="1800" u="none" cap="none" strike="noStrike">
                          <a:latin typeface="Gill Sans"/>
                          <a:ea typeface="Gill Sans"/>
                          <a:cs typeface="Gill Sans"/>
                          <a:sym typeface="Gill Sans"/>
                        </a:rPr>
                        <a:t>62</a:t>
                      </a:r>
                      <a:endParaRPr b="1" sz="1800" u="none" cap="none" strike="noStrike">
                        <a:latin typeface="Gill Sans"/>
                        <a:ea typeface="Gill Sans"/>
                        <a:cs typeface="Gill Sans"/>
                        <a:sym typeface="Gill Sans"/>
                      </a:endParaRPr>
                    </a:p>
                  </a:txBody>
                  <a:tcPr marT="0" marB="0" marR="73025" marL="73025"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5"/>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51" name="Google Shape;251;p5"/>
          <p:cNvSpPr txBox="1"/>
          <p:nvPr>
            <p:ph type="title"/>
          </p:nvPr>
        </p:nvSpPr>
        <p:spPr>
          <a:xfrm>
            <a:off x="685799" y="847725"/>
            <a:ext cx="8108925" cy="523875"/>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METHODOLOGY | FOCUS GROUP DISCUSSIONS</a:t>
            </a:r>
            <a:endParaRPr/>
          </a:p>
        </p:txBody>
      </p:sp>
      <p:graphicFrame>
        <p:nvGraphicFramePr>
          <p:cNvPr id="252" name="Google Shape;252;p5"/>
          <p:cNvGraphicFramePr/>
          <p:nvPr/>
        </p:nvGraphicFramePr>
        <p:xfrm>
          <a:off x="803048" y="1503418"/>
          <a:ext cx="3000000" cy="3000000"/>
        </p:xfrm>
        <a:graphic>
          <a:graphicData uri="http://schemas.openxmlformats.org/drawingml/2006/table">
            <a:tbl>
              <a:tblPr bandRow="1">
                <a:noFill/>
                <a:tableStyleId>{FD26334C-A162-4528-9D8B-AC9E223500CF}</a:tableStyleId>
              </a:tblPr>
              <a:tblGrid>
                <a:gridCol w="658125"/>
                <a:gridCol w="3121700"/>
                <a:gridCol w="1959425"/>
                <a:gridCol w="1948550"/>
              </a:tblGrid>
              <a:tr h="724875">
                <a:tc>
                  <a:txBody>
                    <a:bodyPr/>
                    <a:lstStyle/>
                    <a:p>
                      <a:pPr indent="0" lvl="0" marL="0" marR="0" rtl="0" algn="ctr">
                        <a:lnSpc>
                          <a:spcPct val="75000"/>
                        </a:lnSpc>
                        <a:spcBef>
                          <a:spcPts val="0"/>
                        </a:spcBef>
                        <a:spcAft>
                          <a:spcPts val="0"/>
                        </a:spcAft>
                        <a:buClr>
                          <a:srgbClr val="000000"/>
                        </a:buClr>
                        <a:buSzPts val="1800"/>
                        <a:buFont typeface="Arial"/>
                        <a:buNone/>
                      </a:pPr>
                      <a:r>
                        <a:rPr b="1" lang="en-US" sz="1700" u="none" cap="small" strike="noStrike">
                          <a:solidFill>
                            <a:srgbClr val="FFFFFF"/>
                          </a:solidFill>
                          <a:latin typeface="Gill Sans"/>
                          <a:ea typeface="Gill Sans"/>
                          <a:cs typeface="Gill Sans"/>
                          <a:sym typeface="Gill Sans"/>
                        </a:rPr>
                        <a:t>NO.</a:t>
                      </a:r>
                      <a:endParaRPr/>
                    </a:p>
                  </a:txBody>
                  <a:tcPr marT="0" marB="0" marR="73025" marL="73025" anchor="ctr">
                    <a:solidFill>
                      <a:srgbClr val="002F6D"/>
                    </a:solidFill>
                  </a:tcPr>
                </a:tc>
                <a:tc>
                  <a:txBody>
                    <a:bodyPr/>
                    <a:lstStyle/>
                    <a:p>
                      <a:pPr indent="0" lvl="0" marL="0" marR="0" rtl="0" algn="ctr">
                        <a:lnSpc>
                          <a:spcPct val="75000"/>
                        </a:lnSpc>
                        <a:spcBef>
                          <a:spcPts val="0"/>
                        </a:spcBef>
                        <a:spcAft>
                          <a:spcPts val="0"/>
                        </a:spcAft>
                        <a:buClr>
                          <a:srgbClr val="000000"/>
                        </a:buClr>
                        <a:buSzPts val="1800"/>
                        <a:buFont typeface="Arial"/>
                        <a:buNone/>
                      </a:pPr>
                      <a:r>
                        <a:rPr b="1" lang="en-US" sz="1700" u="none" cap="small" strike="noStrike">
                          <a:solidFill>
                            <a:srgbClr val="FFFFFF"/>
                          </a:solidFill>
                          <a:latin typeface="Gill Sans"/>
                          <a:ea typeface="Gill Sans"/>
                          <a:cs typeface="Gill Sans"/>
                          <a:sym typeface="Gill Sans"/>
                        </a:rPr>
                        <a:t>GROUP </a:t>
                      </a:r>
                      <a:br>
                        <a:rPr b="1" lang="en-US" sz="1700" u="none" cap="small" strike="noStrike">
                          <a:solidFill>
                            <a:srgbClr val="FFFFFF"/>
                          </a:solidFill>
                          <a:latin typeface="Gill Sans"/>
                          <a:ea typeface="Gill Sans"/>
                          <a:cs typeface="Gill Sans"/>
                          <a:sym typeface="Gill Sans"/>
                        </a:rPr>
                      </a:br>
                      <a:r>
                        <a:rPr b="1" lang="en-US" sz="1700" u="none" cap="small" strike="noStrike">
                          <a:solidFill>
                            <a:srgbClr val="FFFFFF"/>
                          </a:solidFill>
                          <a:latin typeface="Gill Sans"/>
                          <a:ea typeface="Gill Sans"/>
                          <a:cs typeface="Gill Sans"/>
                          <a:sym typeface="Gill Sans"/>
                        </a:rPr>
                        <a:t>DESCRIPTION</a:t>
                      </a:r>
                      <a:endParaRPr/>
                    </a:p>
                  </a:txBody>
                  <a:tcPr marT="0" marB="0" marR="73025" marL="73025" anchor="ctr">
                    <a:solidFill>
                      <a:srgbClr val="002F6D"/>
                    </a:solidFill>
                  </a:tcPr>
                </a:tc>
                <a:tc>
                  <a:txBody>
                    <a:bodyPr/>
                    <a:lstStyle/>
                    <a:p>
                      <a:pPr indent="0" lvl="0" marL="0" marR="0" rtl="0" algn="ctr">
                        <a:lnSpc>
                          <a:spcPct val="75000"/>
                        </a:lnSpc>
                        <a:spcBef>
                          <a:spcPts val="0"/>
                        </a:spcBef>
                        <a:spcAft>
                          <a:spcPts val="0"/>
                        </a:spcAft>
                        <a:buClr>
                          <a:srgbClr val="000000"/>
                        </a:buClr>
                        <a:buSzPts val="1800"/>
                        <a:buFont typeface="Arial"/>
                        <a:buNone/>
                      </a:pPr>
                      <a:r>
                        <a:rPr b="1" lang="en-US" sz="1700" u="none" cap="small" strike="noStrike">
                          <a:solidFill>
                            <a:srgbClr val="FFFFFF"/>
                          </a:solidFill>
                          <a:latin typeface="Gill Sans"/>
                          <a:ea typeface="Gill Sans"/>
                          <a:cs typeface="Gill Sans"/>
                          <a:sym typeface="Gill Sans"/>
                        </a:rPr>
                        <a:t>LOCATION</a:t>
                      </a:r>
                      <a:endParaRPr/>
                    </a:p>
                  </a:txBody>
                  <a:tcPr marT="0" marB="0" marR="73025" marL="73025" anchor="ctr">
                    <a:solidFill>
                      <a:srgbClr val="002F6D"/>
                    </a:solidFill>
                  </a:tcPr>
                </a:tc>
                <a:tc>
                  <a:txBody>
                    <a:bodyPr/>
                    <a:lstStyle/>
                    <a:p>
                      <a:pPr indent="0" lvl="0" marL="0" marR="0" rtl="0" algn="ctr">
                        <a:lnSpc>
                          <a:spcPct val="75000"/>
                        </a:lnSpc>
                        <a:spcBef>
                          <a:spcPts val="0"/>
                        </a:spcBef>
                        <a:spcAft>
                          <a:spcPts val="0"/>
                        </a:spcAft>
                        <a:buClr>
                          <a:srgbClr val="000000"/>
                        </a:buClr>
                        <a:buSzPts val="1800"/>
                        <a:buFont typeface="Arial"/>
                        <a:buNone/>
                      </a:pPr>
                      <a:r>
                        <a:rPr b="1" lang="en-US" sz="1700" u="none" cap="small" strike="noStrike">
                          <a:solidFill>
                            <a:srgbClr val="FFFFFF"/>
                          </a:solidFill>
                          <a:latin typeface="Gill Sans"/>
                          <a:ea typeface="Gill Sans"/>
                          <a:cs typeface="Gill Sans"/>
                          <a:sym typeface="Gill Sans"/>
                        </a:rPr>
                        <a:t>TOTAL PARTICIPANTS</a:t>
                      </a:r>
                      <a:endParaRPr/>
                    </a:p>
                  </a:txBody>
                  <a:tcPr marT="0" marB="0" marR="73025" marL="73025" anchor="ctr">
                    <a:solidFill>
                      <a:srgbClr val="002F6D"/>
                    </a:solidFill>
                  </a:tcPr>
                </a:tc>
              </a:tr>
              <a:tr h="500500">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1</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Women in Civil Society</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Dar es Salaam</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6</a:t>
                      </a:r>
                      <a:endParaRPr sz="1800" u="none" cap="none" strike="noStrike">
                        <a:solidFill>
                          <a:schemeClr val="lt1"/>
                        </a:solidFill>
                        <a:latin typeface="Gill Sans"/>
                        <a:ea typeface="Gill Sans"/>
                        <a:cs typeface="Gill Sans"/>
                        <a:sym typeface="Gill Sans"/>
                      </a:endParaRPr>
                    </a:p>
                  </a:txBody>
                  <a:tcPr marT="0" marB="0" marR="73025" marL="73025" anchor="ctr"/>
                </a:tc>
              </a:tr>
              <a:tr h="500500">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2</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Men in Civil Society</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Dar es Salaam</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6</a:t>
                      </a:r>
                      <a:endParaRPr sz="1800" u="none" cap="none" strike="noStrike">
                        <a:solidFill>
                          <a:schemeClr val="lt1"/>
                        </a:solidFill>
                        <a:latin typeface="Gill Sans"/>
                        <a:ea typeface="Gill Sans"/>
                        <a:cs typeface="Gill Sans"/>
                        <a:sym typeface="Gill Sans"/>
                      </a:endParaRPr>
                    </a:p>
                  </a:txBody>
                  <a:tcPr marT="0" marB="0" marR="73025" marL="73025" anchor="ctr"/>
                </a:tc>
              </a:tr>
              <a:tr h="500500">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3</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Women Media Workers</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Dar es Salaam</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8</a:t>
                      </a:r>
                      <a:endParaRPr sz="1800" u="none" cap="none" strike="noStrike">
                        <a:solidFill>
                          <a:schemeClr val="lt1"/>
                        </a:solidFill>
                        <a:latin typeface="Gill Sans"/>
                        <a:ea typeface="Gill Sans"/>
                        <a:cs typeface="Gill Sans"/>
                        <a:sym typeface="Gill Sans"/>
                      </a:endParaRPr>
                    </a:p>
                  </a:txBody>
                  <a:tcPr marT="0" marB="0" marR="73025" marL="73025" anchor="ctr"/>
                </a:tc>
              </a:tr>
              <a:tr h="500500">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4</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Non-Elected Women Politicians</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Dar es Salaam</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6</a:t>
                      </a:r>
                      <a:endParaRPr sz="1800" u="none" cap="none" strike="noStrike">
                        <a:solidFill>
                          <a:schemeClr val="lt1"/>
                        </a:solidFill>
                        <a:latin typeface="Gill Sans"/>
                        <a:ea typeface="Gill Sans"/>
                        <a:cs typeface="Gill Sans"/>
                        <a:sym typeface="Gill Sans"/>
                      </a:endParaRPr>
                    </a:p>
                  </a:txBody>
                  <a:tcPr marT="0" marB="0" marR="73025" marL="73025" anchor="ctr"/>
                </a:tc>
              </a:tr>
              <a:tr h="500500">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5</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Non-Elected Men Politicians</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Dar es Salaam</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6</a:t>
                      </a:r>
                      <a:endParaRPr sz="1800" u="none" cap="none" strike="noStrike">
                        <a:solidFill>
                          <a:schemeClr val="lt1"/>
                        </a:solidFill>
                        <a:latin typeface="Gill Sans"/>
                        <a:ea typeface="Gill Sans"/>
                        <a:cs typeface="Gill Sans"/>
                        <a:sym typeface="Gill Sans"/>
                      </a:endParaRPr>
                    </a:p>
                  </a:txBody>
                  <a:tcPr marT="0" marB="0" marR="73025" marL="73025" anchor="ctr"/>
                </a:tc>
              </a:tr>
              <a:tr h="500500">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6</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Women in Civil Society</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Zanzibar</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8</a:t>
                      </a:r>
                      <a:endParaRPr sz="1800" u="none" cap="none" strike="noStrike">
                        <a:solidFill>
                          <a:schemeClr val="lt1"/>
                        </a:solidFill>
                        <a:latin typeface="Gill Sans"/>
                        <a:ea typeface="Gill Sans"/>
                        <a:cs typeface="Gill Sans"/>
                        <a:sym typeface="Gill Sans"/>
                      </a:endParaRPr>
                    </a:p>
                  </a:txBody>
                  <a:tcPr marT="0" marB="0" marR="73025" marL="73025" anchor="ctr"/>
                </a:tc>
              </a:tr>
              <a:tr h="500500">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7</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Non-Elected Women Politicians</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Zanzibar</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8</a:t>
                      </a:r>
                      <a:endParaRPr sz="1800" u="none" cap="none" strike="noStrike">
                        <a:solidFill>
                          <a:schemeClr val="lt1"/>
                        </a:solidFill>
                        <a:latin typeface="Gill Sans"/>
                        <a:ea typeface="Gill Sans"/>
                        <a:cs typeface="Gill Sans"/>
                        <a:sym typeface="Gill Sans"/>
                      </a:endParaRPr>
                    </a:p>
                  </a:txBody>
                  <a:tcPr marT="0" marB="0" marR="73025" marL="73025" anchor="ctr"/>
                </a:tc>
              </a:tr>
              <a:tr h="500500">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8</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Men Media Workers</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l">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Zanzibar</a:t>
                      </a:r>
                      <a:endParaRPr sz="1800" u="none" cap="none" strike="noStrike">
                        <a:solidFill>
                          <a:schemeClr val="lt1"/>
                        </a:solidFill>
                        <a:latin typeface="Gill Sans"/>
                        <a:ea typeface="Gill Sans"/>
                        <a:cs typeface="Gill Sans"/>
                        <a:sym typeface="Gill Sans"/>
                      </a:endParaRPr>
                    </a:p>
                  </a:txBody>
                  <a:tcPr marT="0" marB="0" marR="73025" marL="73025" anchor="ctr"/>
                </a:tc>
                <a:tc>
                  <a:txBody>
                    <a:bodyPr/>
                    <a:lstStyle/>
                    <a:p>
                      <a:pPr indent="0" lvl="0" marL="0" marR="0" rtl="0" algn="ctr">
                        <a:lnSpc>
                          <a:spcPct val="75000"/>
                        </a:lnSpc>
                        <a:spcBef>
                          <a:spcPts val="0"/>
                        </a:spcBef>
                        <a:spcAft>
                          <a:spcPts val="0"/>
                        </a:spcAft>
                        <a:buClr>
                          <a:srgbClr val="000000"/>
                        </a:buClr>
                        <a:buSzPts val="1800"/>
                        <a:buFont typeface="Arial"/>
                        <a:buNone/>
                      </a:pPr>
                      <a:r>
                        <a:rPr lang="en-US" sz="1800" u="none" cap="none" strike="noStrike">
                          <a:solidFill>
                            <a:schemeClr val="lt1"/>
                          </a:solidFill>
                          <a:latin typeface="Gill Sans"/>
                          <a:ea typeface="Gill Sans"/>
                          <a:cs typeface="Gill Sans"/>
                          <a:sym typeface="Gill Sans"/>
                        </a:rPr>
                        <a:t>8</a:t>
                      </a:r>
                      <a:endParaRPr sz="1800" u="none" cap="none" strike="noStrike">
                        <a:solidFill>
                          <a:schemeClr val="lt1"/>
                        </a:solidFill>
                        <a:latin typeface="Gill Sans"/>
                        <a:ea typeface="Gill Sans"/>
                        <a:cs typeface="Gill Sans"/>
                        <a:sym typeface="Gill Sans"/>
                      </a:endParaRPr>
                    </a:p>
                  </a:txBody>
                  <a:tcPr marT="0" marB="0" marR="73025" marL="73025"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1e7a2e74b51_0_254"/>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59" name="Google Shape;259;g1e7a2e74b51_0_254"/>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BARRIERS TO WPPL</a:t>
            </a:r>
            <a:endParaRPr/>
          </a:p>
        </p:txBody>
      </p:sp>
      <p:sp>
        <p:nvSpPr>
          <p:cNvPr id="260" name="Google Shape;260;g1e7a2e74b51_0_254"/>
          <p:cNvSpPr txBox="1"/>
          <p:nvPr>
            <p:ph idx="1" type="body"/>
          </p:nvPr>
        </p:nvSpPr>
        <p:spPr>
          <a:xfrm>
            <a:off x="685800" y="1488557"/>
            <a:ext cx="7772400" cy="4683643"/>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a:t>Existing restrictive gender stereotypes</a:t>
            </a:r>
            <a:endParaRPr/>
          </a:p>
          <a:p>
            <a:pPr indent="-355600" lvl="0" marL="457200" rtl="0" algn="l">
              <a:lnSpc>
                <a:spcPct val="100000"/>
              </a:lnSpc>
              <a:spcBef>
                <a:spcPts val="400"/>
              </a:spcBef>
              <a:spcAft>
                <a:spcPts val="0"/>
              </a:spcAft>
              <a:buSzPts val="2000"/>
              <a:buChar char="•"/>
            </a:pPr>
            <a:r>
              <a:rPr lang="en-US"/>
              <a:t>Negative perceptions of women’s capabilities </a:t>
            </a:r>
            <a:endParaRPr/>
          </a:p>
          <a:p>
            <a:pPr indent="-355600" lvl="0" marL="457200" rtl="0" algn="l">
              <a:lnSpc>
                <a:spcPct val="100000"/>
              </a:lnSpc>
              <a:spcBef>
                <a:spcPts val="400"/>
              </a:spcBef>
              <a:spcAft>
                <a:spcPts val="0"/>
              </a:spcAft>
              <a:buSzPts val="2000"/>
              <a:buChar char="•"/>
            </a:pPr>
            <a:r>
              <a:rPr lang="en-US"/>
              <a:t>Lack of family support</a:t>
            </a:r>
            <a:endParaRPr/>
          </a:p>
          <a:p>
            <a:pPr indent="-355600" lvl="0" marL="457200" rtl="0" algn="l">
              <a:lnSpc>
                <a:spcPct val="100000"/>
              </a:lnSpc>
              <a:spcBef>
                <a:spcPts val="400"/>
              </a:spcBef>
              <a:spcAft>
                <a:spcPts val="0"/>
              </a:spcAft>
              <a:buSzPts val="2000"/>
              <a:buChar char="•"/>
            </a:pPr>
            <a:r>
              <a:rPr lang="en-US"/>
              <a:t>Violence against women in politics</a:t>
            </a:r>
            <a:endParaRPr/>
          </a:p>
          <a:p>
            <a:pPr indent="-355600" lvl="0" marL="457200" rtl="0" algn="l">
              <a:lnSpc>
                <a:spcPct val="100000"/>
              </a:lnSpc>
              <a:spcBef>
                <a:spcPts val="400"/>
              </a:spcBef>
              <a:spcAft>
                <a:spcPts val="0"/>
              </a:spcAft>
              <a:buSzPts val="2000"/>
              <a:buChar char="•"/>
            </a:pPr>
            <a:r>
              <a:rPr lang="en-US"/>
              <a:t>Lack of implementation of existing laws</a:t>
            </a:r>
            <a:endParaRPr/>
          </a:p>
          <a:p>
            <a:pPr indent="-355600" lvl="0" marL="457200" rtl="0" algn="l">
              <a:lnSpc>
                <a:spcPct val="100000"/>
              </a:lnSpc>
              <a:spcBef>
                <a:spcPts val="400"/>
              </a:spcBef>
              <a:spcAft>
                <a:spcPts val="0"/>
              </a:spcAft>
              <a:buSzPts val="2000"/>
              <a:buChar char="•"/>
            </a:pPr>
            <a:r>
              <a:rPr lang="en-US"/>
              <a:t>Lack of party support for women candidates to run in competitive seats</a:t>
            </a:r>
            <a:endParaRPr/>
          </a:p>
          <a:p>
            <a:pPr indent="-355600" lvl="0" marL="457200" rtl="0" algn="l">
              <a:lnSpc>
                <a:spcPct val="100000"/>
              </a:lnSpc>
              <a:spcBef>
                <a:spcPts val="400"/>
              </a:spcBef>
              <a:spcAft>
                <a:spcPts val="0"/>
              </a:spcAft>
              <a:buSzPts val="2000"/>
              <a:buChar char="•"/>
            </a:pPr>
            <a:r>
              <a:rPr lang="en-US"/>
              <a:t>Lack of power and influence of party women’s wings</a:t>
            </a:r>
            <a:endParaRPr/>
          </a:p>
          <a:p>
            <a:pPr indent="-355600" lvl="0" marL="457200" rtl="0" algn="l">
              <a:lnSpc>
                <a:spcPct val="100000"/>
              </a:lnSpc>
              <a:spcBef>
                <a:spcPts val="400"/>
              </a:spcBef>
              <a:spcAft>
                <a:spcPts val="0"/>
              </a:spcAft>
              <a:buSzPts val="2000"/>
              <a:buChar char="•"/>
            </a:pPr>
            <a:r>
              <a:rPr lang="en-US"/>
              <a:t>Lack of access to and control over financial resources</a:t>
            </a:r>
            <a:endParaRPr/>
          </a:p>
          <a:p>
            <a:pPr indent="-355600" lvl="0" marL="457200" rtl="0" algn="l">
              <a:lnSpc>
                <a:spcPct val="100000"/>
              </a:lnSpc>
              <a:spcBef>
                <a:spcPts val="400"/>
              </a:spcBef>
              <a:spcAft>
                <a:spcPts val="0"/>
              </a:spcAft>
              <a:buSzPts val="2000"/>
              <a:buChar char="•"/>
            </a:pPr>
            <a:r>
              <a:rPr lang="en-US"/>
              <a:t>Lack of access to information</a:t>
            </a:r>
            <a:endParaRPr/>
          </a:p>
          <a:p>
            <a:pPr indent="-355600" lvl="0" marL="457200" rtl="0" algn="l">
              <a:lnSpc>
                <a:spcPct val="100000"/>
              </a:lnSpc>
              <a:spcBef>
                <a:spcPts val="400"/>
              </a:spcBef>
              <a:spcAft>
                <a:spcPts val="0"/>
              </a:spcAft>
              <a:buSzPts val="2000"/>
              <a:buChar char="•"/>
            </a:pPr>
            <a:r>
              <a:rPr lang="en-US"/>
              <a:t>Lack of confidence</a:t>
            </a:r>
            <a:endParaRPr/>
          </a:p>
          <a:p>
            <a:pPr indent="-355600" lvl="0" marL="457200" rtl="0" algn="l">
              <a:lnSpc>
                <a:spcPct val="100000"/>
              </a:lnSpc>
              <a:spcBef>
                <a:spcPts val="400"/>
              </a:spcBef>
              <a:spcAft>
                <a:spcPts val="400"/>
              </a:spcAft>
              <a:buSzPts val="2000"/>
              <a:buChar char="•"/>
            </a:pPr>
            <a:r>
              <a:rPr lang="en-US"/>
              <a:t>Lack of coordination among actors working for women’s political participation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1e7a2e74b51_0_4"/>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67" name="Google Shape;267;g1e7a2e74b51_0_4"/>
          <p:cNvSpPr txBox="1"/>
          <p:nvPr>
            <p:ph type="title"/>
          </p:nvPr>
        </p:nvSpPr>
        <p:spPr>
          <a:xfrm>
            <a:off x="686104" y="848420"/>
            <a:ext cx="7772400" cy="523180"/>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OPPORTUNITIES FOR WPPL</a:t>
            </a:r>
            <a:endParaRPr/>
          </a:p>
        </p:txBody>
      </p:sp>
      <p:sp>
        <p:nvSpPr>
          <p:cNvPr id="268" name="Google Shape;268;g1e7a2e74b51_0_4"/>
          <p:cNvSpPr txBox="1"/>
          <p:nvPr>
            <p:ph idx="1" type="body"/>
          </p:nvPr>
        </p:nvSpPr>
        <p:spPr>
          <a:xfrm>
            <a:off x="685800" y="1489075"/>
            <a:ext cx="7772400" cy="4683125"/>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a:t>Ratification of international and regional human rights agreements</a:t>
            </a:r>
            <a:endParaRPr/>
          </a:p>
          <a:p>
            <a:pPr indent="-355600" lvl="0" marL="457200" rtl="0" algn="l">
              <a:lnSpc>
                <a:spcPct val="100000"/>
              </a:lnSpc>
              <a:spcBef>
                <a:spcPts val="400"/>
              </a:spcBef>
              <a:spcAft>
                <a:spcPts val="0"/>
              </a:spcAft>
              <a:buSzPts val="2000"/>
              <a:buChar char="•"/>
            </a:pPr>
            <a:r>
              <a:rPr lang="en-US"/>
              <a:t>Existing electoral legal framework and gender quota law</a:t>
            </a:r>
            <a:endParaRPr/>
          </a:p>
          <a:p>
            <a:pPr indent="-355600" lvl="0" marL="457200" rtl="0" algn="l">
              <a:lnSpc>
                <a:spcPct val="100000"/>
              </a:lnSpc>
              <a:spcBef>
                <a:spcPts val="400"/>
              </a:spcBef>
              <a:spcAft>
                <a:spcPts val="0"/>
              </a:spcAft>
              <a:buSzPts val="2000"/>
              <a:buChar char="•"/>
            </a:pPr>
            <a:r>
              <a:rPr lang="en-US"/>
              <a:t>Growing interest to participate in politics</a:t>
            </a:r>
            <a:endParaRPr/>
          </a:p>
          <a:p>
            <a:pPr indent="-355600" lvl="0" marL="457200" rtl="0" algn="l">
              <a:lnSpc>
                <a:spcPct val="100000"/>
              </a:lnSpc>
              <a:spcBef>
                <a:spcPts val="400"/>
              </a:spcBef>
              <a:spcAft>
                <a:spcPts val="400"/>
              </a:spcAft>
              <a:buSzPts val="2000"/>
              <a:buChar char="•"/>
            </a:pPr>
            <a:r>
              <a:rPr lang="en-US"/>
              <a:t>Women’s leadership in civil society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1e7a2e74b51_0_240"/>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75" name="Google Shape;275;g1e7a2e74b51_0_240"/>
          <p:cNvSpPr txBox="1"/>
          <p:nvPr>
            <p:ph type="title"/>
          </p:nvPr>
        </p:nvSpPr>
        <p:spPr>
          <a:xfrm>
            <a:off x="685800" y="848420"/>
            <a:ext cx="7772400" cy="523180"/>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RECOMMENDATIONS: INDIVIDUAL FACTORS</a:t>
            </a:r>
            <a:endParaRPr/>
          </a:p>
        </p:txBody>
      </p:sp>
      <p:sp>
        <p:nvSpPr>
          <p:cNvPr id="276" name="Google Shape;276;g1e7a2e74b51_0_240"/>
          <p:cNvSpPr txBox="1"/>
          <p:nvPr>
            <p:ph idx="1" type="body"/>
          </p:nvPr>
        </p:nvSpPr>
        <p:spPr>
          <a:xfrm>
            <a:off x="685800" y="1489075"/>
            <a:ext cx="7772400" cy="4683125"/>
          </a:xfrm>
          <a:prstGeom prst="rect">
            <a:avLst/>
          </a:prstGeom>
          <a:noFill/>
          <a:ln>
            <a:noFill/>
          </a:ln>
        </p:spPr>
        <p:txBody>
          <a:bodyPr anchorCtr="0" anchor="t" bIns="45700" lIns="91425" spcFirstLastPara="1" rIns="91425" wrap="square" tIns="45700">
            <a:normAutofit/>
          </a:bodyPr>
          <a:lstStyle/>
          <a:p>
            <a:pPr indent="-381000" lvl="0" marL="457200" rtl="0" algn="l">
              <a:spcBef>
                <a:spcPts val="0"/>
              </a:spcBef>
              <a:spcAft>
                <a:spcPts val="0"/>
              </a:spcAft>
              <a:buClr>
                <a:schemeClr val="folHlink"/>
              </a:buClr>
              <a:buSzPts val="2400"/>
              <a:buFont typeface="Noto Sans Symbols"/>
              <a:buChar char="•"/>
            </a:pPr>
            <a:r>
              <a:rPr lang="en-US" sz="2400">
                <a:solidFill>
                  <a:srgbClr val="6D6364"/>
                </a:solidFill>
              </a:rPr>
              <a:t>Provide support for women aspirants and candidates, including public speaking, fundraising, and political resilience. </a:t>
            </a:r>
            <a:endParaRPr sz="2400">
              <a:solidFill>
                <a:srgbClr val="6D6364"/>
              </a:solidFill>
            </a:endParaRPr>
          </a:p>
          <a:p>
            <a:pPr indent="-381000" lvl="0" marL="457200" rtl="0" algn="l">
              <a:spcBef>
                <a:spcPts val="400"/>
              </a:spcBef>
              <a:spcAft>
                <a:spcPts val="0"/>
              </a:spcAft>
              <a:buClr>
                <a:schemeClr val="folHlink"/>
              </a:buClr>
              <a:buSzPts val="2400"/>
              <a:buFont typeface="Noto Sans Symbols"/>
              <a:buChar char="•"/>
            </a:pPr>
            <a:r>
              <a:rPr lang="en-US" sz="2400">
                <a:solidFill>
                  <a:srgbClr val="6D6364"/>
                </a:solidFill>
              </a:rPr>
              <a:t>Develop a coaching and mentoring program that will provide peer-to-peer support for women to build their confidence and resilience, as well as their skills for political participation.</a:t>
            </a:r>
            <a:endParaRPr sz="2400">
              <a:solidFill>
                <a:srgbClr val="6D6364"/>
              </a:solidFill>
            </a:endParaRPr>
          </a:p>
          <a:p>
            <a:pPr indent="-381000" lvl="0" marL="457200" rtl="0" algn="l">
              <a:spcBef>
                <a:spcPts val="400"/>
              </a:spcBef>
              <a:spcAft>
                <a:spcPts val="400"/>
              </a:spcAft>
              <a:buClr>
                <a:schemeClr val="folHlink"/>
              </a:buClr>
              <a:buSzPts val="2400"/>
              <a:buFont typeface="Noto Sans Symbols"/>
              <a:buChar char="•"/>
            </a:pPr>
            <a:r>
              <a:rPr lang="en-US" sz="2400">
                <a:solidFill>
                  <a:srgbClr val="6D6364"/>
                </a:solidFill>
              </a:rPr>
              <a:t>Closer coordination to provide training for women in parliament on such topics as their roles and responsibilities, effective communication, and negotiation.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1e7a2e74b51_0_247"/>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83" name="Google Shape;283;g1e7a2e74b51_0_247"/>
          <p:cNvSpPr txBox="1"/>
          <p:nvPr>
            <p:ph type="title"/>
          </p:nvPr>
        </p:nvSpPr>
        <p:spPr>
          <a:xfrm>
            <a:off x="685799" y="417533"/>
            <a:ext cx="7968343" cy="954067"/>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RECOMMENDATIONS: INSTITUTIONAL FACTORS</a:t>
            </a:r>
            <a:endParaRPr/>
          </a:p>
        </p:txBody>
      </p:sp>
      <p:sp>
        <p:nvSpPr>
          <p:cNvPr id="284" name="Google Shape;284;g1e7a2e74b51_0_247"/>
          <p:cNvSpPr txBox="1"/>
          <p:nvPr>
            <p:ph idx="1" type="body"/>
          </p:nvPr>
        </p:nvSpPr>
        <p:spPr>
          <a:xfrm>
            <a:off x="685800" y="1488557"/>
            <a:ext cx="7772400" cy="4683643"/>
          </a:xfrm>
          <a:prstGeom prst="rect">
            <a:avLst/>
          </a:prstGeom>
          <a:noFill/>
          <a:ln>
            <a:noFill/>
          </a:ln>
        </p:spPr>
        <p:txBody>
          <a:bodyPr anchorCtr="0" anchor="t" bIns="45700" lIns="91425" spcFirstLastPara="1" rIns="91425" wrap="square" tIns="45700">
            <a:normAutofit/>
          </a:bodyPr>
          <a:lstStyle/>
          <a:p>
            <a:pPr indent="-381000" lvl="0" marL="457200" rtl="0" algn="l">
              <a:spcBef>
                <a:spcPts val="0"/>
              </a:spcBef>
              <a:spcAft>
                <a:spcPts val="0"/>
              </a:spcAft>
              <a:buClr>
                <a:schemeClr val="folHlink"/>
              </a:buClr>
              <a:buSzPts val="2400"/>
              <a:buFont typeface="Noto Sans Symbols"/>
              <a:buChar char="•"/>
            </a:pPr>
            <a:r>
              <a:rPr lang="en-US" sz="2400">
                <a:solidFill>
                  <a:srgbClr val="6D6364"/>
                </a:solidFill>
              </a:rPr>
              <a:t>Provide comparative technical expertise regarding potential legal reforms that could better support women’s political participation.</a:t>
            </a:r>
            <a:endParaRPr sz="2400">
              <a:solidFill>
                <a:srgbClr val="6D6364"/>
              </a:solidFill>
            </a:endParaRPr>
          </a:p>
          <a:p>
            <a:pPr indent="-381000" lvl="0" marL="457200" rtl="0" algn="l">
              <a:spcBef>
                <a:spcPts val="400"/>
              </a:spcBef>
              <a:spcAft>
                <a:spcPts val="0"/>
              </a:spcAft>
              <a:buClr>
                <a:schemeClr val="folHlink"/>
              </a:buClr>
              <a:buSzPts val="2400"/>
              <a:buFont typeface="Noto Sans Symbols"/>
              <a:buChar char="•"/>
            </a:pPr>
            <a:r>
              <a:rPr lang="en-US" sz="2400">
                <a:solidFill>
                  <a:srgbClr val="6D6364"/>
                </a:solidFill>
              </a:rPr>
              <a:t>Support amendments to the Political Parties Amendment Act.</a:t>
            </a:r>
            <a:endParaRPr sz="2400">
              <a:solidFill>
                <a:srgbClr val="6D6364"/>
              </a:solidFill>
            </a:endParaRPr>
          </a:p>
          <a:p>
            <a:pPr indent="-381000" lvl="0" marL="457200" rtl="0" algn="l">
              <a:spcBef>
                <a:spcPts val="400"/>
              </a:spcBef>
              <a:spcAft>
                <a:spcPts val="0"/>
              </a:spcAft>
              <a:buClr>
                <a:schemeClr val="folHlink"/>
              </a:buClr>
              <a:buSzPts val="2400"/>
              <a:buFont typeface="Noto Sans Symbols"/>
              <a:buChar char="•"/>
            </a:pPr>
            <a:r>
              <a:rPr lang="en-US" sz="2400">
                <a:solidFill>
                  <a:srgbClr val="6D6364"/>
                </a:solidFill>
              </a:rPr>
              <a:t>Create a new framework for the special seats system. </a:t>
            </a:r>
            <a:endParaRPr sz="2400">
              <a:solidFill>
                <a:srgbClr val="6D6364"/>
              </a:solidFill>
            </a:endParaRPr>
          </a:p>
          <a:p>
            <a:pPr indent="-381000" lvl="0" marL="457200" rtl="0" algn="l">
              <a:spcBef>
                <a:spcPts val="400"/>
              </a:spcBef>
              <a:spcAft>
                <a:spcPts val="400"/>
              </a:spcAft>
              <a:buClr>
                <a:schemeClr val="folHlink"/>
              </a:buClr>
              <a:buSzPts val="2400"/>
              <a:buFont typeface="Noto Sans Symbols"/>
              <a:buChar char="•"/>
            </a:pPr>
            <a:r>
              <a:rPr lang="en-US" sz="2400">
                <a:solidFill>
                  <a:srgbClr val="6D6364"/>
                </a:solidFill>
              </a:rPr>
              <a:t>Address violence against women politicians and democratize internal party processes and policies - engaging both women and men.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1e7a2e74b51_0_11"/>
          <p:cNvSpPr txBox="1"/>
          <p:nvPr>
            <p:ph idx="12" type="sldNum"/>
          </p:nvPr>
        </p:nvSpPr>
        <p:spPr>
          <a:xfrm>
            <a:off x="6858000" y="6520934"/>
            <a:ext cx="2133600" cy="184666"/>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600"/>
              <a:buNone/>
            </a:pPr>
            <a:fld id="{00000000-1234-1234-1234-123412341234}" type="slidenum">
              <a:rPr lang="en-US"/>
              <a:t>‹#›</a:t>
            </a:fld>
            <a:endParaRPr/>
          </a:p>
        </p:txBody>
      </p:sp>
      <p:sp>
        <p:nvSpPr>
          <p:cNvPr id="291" name="Google Shape;291;g1e7a2e74b51_0_11"/>
          <p:cNvSpPr txBox="1"/>
          <p:nvPr>
            <p:ph type="title"/>
          </p:nvPr>
        </p:nvSpPr>
        <p:spPr>
          <a:xfrm>
            <a:off x="685800" y="417533"/>
            <a:ext cx="7772400" cy="954067"/>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SzPts val="2800"/>
              <a:buNone/>
            </a:pPr>
            <a:r>
              <a:rPr lang="en-US"/>
              <a:t>RECOMMENDATIONS: SOCIO-CULTURAL FACTORS</a:t>
            </a:r>
            <a:endParaRPr/>
          </a:p>
        </p:txBody>
      </p:sp>
      <p:sp>
        <p:nvSpPr>
          <p:cNvPr id="292" name="Google Shape;292;g1e7a2e74b51_0_11"/>
          <p:cNvSpPr txBox="1"/>
          <p:nvPr>
            <p:ph idx="1" type="body"/>
          </p:nvPr>
        </p:nvSpPr>
        <p:spPr>
          <a:xfrm>
            <a:off x="685800" y="1489075"/>
            <a:ext cx="7772400" cy="4683125"/>
          </a:xfrm>
          <a:prstGeom prst="rect">
            <a:avLst/>
          </a:prstGeom>
          <a:noFill/>
          <a:ln>
            <a:noFill/>
          </a:ln>
        </p:spPr>
        <p:txBody>
          <a:bodyPr anchorCtr="0" anchor="t" bIns="45700" lIns="91425" spcFirstLastPara="1" rIns="91425" wrap="square" tIns="45700">
            <a:normAutofit/>
          </a:bodyPr>
          <a:lstStyle/>
          <a:p>
            <a:pPr indent="-381000" lvl="0" marL="457200" rtl="0" algn="l">
              <a:spcBef>
                <a:spcPts val="0"/>
              </a:spcBef>
              <a:spcAft>
                <a:spcPts val="0"/>
              </a:spcAft>
              <a:buClr>
                <a:schemeClr val="folHlink"/>
              </a:buClr>
              <a:buSzPts val="2400"/>
              <a:buFont typeface="Noto Sans Symbols"/>
              <a:buChar char="•"/>
            </a:pPr>
            <a:r>
              <a:rPr lang="en-US" sz="2400">
                <a:solidFill>
                  <a:srgbClr val="6D6364"/>
                </a:solidFill>
              </a:rPr>
              <a:t>Engage men to change regressive attitudes and improve men’s understanding of power-sharing, privilege, and gender equality.  </a:t>
            </a:r>
            <a:endParaRPr sz="2400">
              <a:solidFill>
                <a:srgbClr val="6D6364"/>
              </a:solidFill>
            </a:endParaRPr>
          </a:p>
          <a:p>
            <a:pPr indent="-381000" lvl="0" marL="457200" rtl="0" algn="l">
              <a:spcBef>
                <a:spcPts val="400"/>
              </a:spcBef>
              <a:spcAft>
                <a:spcPts val="0"/>
              </a:spcAft>
              <a:buClr>
                <a:schemeClr val="folHlink"/>
              </a:buClr>
              <a:buSzPts val="2400"/>
              <a:buFont typeface="Noto Sans Symbols"/>
              <a:buChar char="•"/>
            </a:pPr>
            <a:r>
              <a:rPr lang="en-US" sz="2400">
                <a:solidFill>
                  <a:srgbClr val="6D6364"/>
                </a:solidFill>
              </a:rPr>
              <a:t>Support women’s organizations to address violence against women in politics and public life. </a:t>
            </a:r>
            <a:endParaRPr sz="2400">
              <a:solidFill>
                <a:srgbClr val="6D6364"/>
              </a:solidFill>
            </a:endParaRPr>
          </a:p>
          <a:p>
            <a:pPr indent="-381000" lvl="0" marL="457200" rtl="0" algn="l">
              <a:spcBef>
                <a:spcPts val="400"/>
              </a:spcBef>
              <a:spcAft>
                <a:spcPts val="0"/>
              </a:spcAft>
              <a:buClr>
                <a:schemeClr val="folHlink"/>
              </a:buClr>
              <a:buSzPts val="2400"/>
              <a:buFont typeface="Noto Sans Symbols"/>
              <a:buChar char="•"/>
            </a:pPr>
            <a:r>
              <a:rPr lang="en-US" sz="2400">
                <a:solidFill>
                  <a:srgbClr val="6D6364"/>
                </a:solidFill>
              </a:rPr>
              <a:t>Strengthen women’s organizations at the village, street, and ward levels—in addition to the national level. </a:t>
            </a:r>
            <a:endParaRPr sz="2400">
              <a:solidFill>
                <a:srgbClr val="6D6364"/>
              </a:solidFill>
            </a:endParaRPr>
          </a:p>
          <a:p>
            <a:pPr indent="-381000" lvl="0" marL="457200" rtl="0" algn="l">
              <a:spcBef>
                <a:spcPts val="400"/>
              </a:spcBef>
              <a:spcAft>
                <a:spcPts val="0"/>
              </a:spcAft>
              <a:buClr>
                <a:schemeClr val="folHlink"/>
              </a:buClr>
              <a:buSzPts val="2400"/>
              <a:buFont typeface="Noto Sans Symbols"/>
              <a:buChar char="•"/>
            </a:pPr>
            <a:r>
              <a:rPr lang="en-US" sz="2400">
                <a:solidFill>
                  <a:srgbClr val="6D6364"/>
                </a:solidFill>
              </a:rPr>
              <a:t>Support leadership development and norms transformation as part of the school curriculum.</a:t>
            </a:r>
            <a:endParaRPr sz="2400">
              <a:solidFill>
                <a:srgbClr val="6D6364"/>
              </a:solidFill>
            </a:endParaRPr>
          </a:p>
          <a:p>
            <a:pPr indent="-381000" lvl="0" marL="457200" rtl="0" algn="l">
              <a:spcBef>
                <a:spcPts val="400"/>
              </a:spcBef>
              <a:spcAft>
                <a:spcPts val="400"/>
              </a:spcAft>
              <a:buClr>
                <a:schemeClr val="folHlink"/>
              </a:buClr>
              <a:buSzPts val="2400"/>
              <a:buFont typeface="Noto Sans Symbols"/>
              <a:buChar char="•"/>
            </a:pPr>
            <a:r>
              <a:rPr lang="en-US" sz="2400">
                <a:solidFill>
                  <a:srgbClr val="6D6364"/>
                </a:solidFill>
              </a:rPr>
              <a:t>Engage with media to provide gender-sensitive coverage.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3-Template_12.7.2016">
  <a:themeElements>
    <a:clrScheme name="USAID">
      <a:dk1>
        <a:srgbClr val="212721"/>
      </a:dk1>
      <a:lt1>
        <a:srgbClr val="6C6463"/>
      </a:lt1>
      <a:dk2>
        <a:srgbClr val="8C8985"/>
      </a:dk2>
      <a:lt2>
        <a:srgbClr val="CFCDC9"/>
      </a:lt2>
      <a:accent1>
        <a:srgbClr val="BA0C2F"/>
      </a:accent1>
      <a:accent2>
        <a:srgbClr val="651D32"/>
      </a:accent2>
      <a:accent3>
        <a:srgbClr val="002F6C"/>
      </a:accent3>
      <a:accent4>
        <a:srgbClr val="0067B9"/>
      </a:accent4>
      <a:accent5>
        <a:srgbClr val="A7C6ED"/>
      </a:accent5>
      <a:accent6>
        <a:srgbClr val="FFFFFF"/>
      </a:accent6>
      <a:hlink>
        <a:srgbClr val="8C8985"/>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2017-03-16T17:46:58Z</dcterms:created>
  <dc:creator>USAID</dc:creator>
</cp:coreProperties>
</file>