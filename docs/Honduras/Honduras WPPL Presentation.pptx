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y="6858000" cx="9144000"/>
  <p:notesSz cx="6858000" cy="9144000"/>
  <p:embeddedFontLst>
    <p:embeddedFont>
      <p:font typeface="Gill Sans"/>
      <p:regular r:id="rId23"/>
      <p:bold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765D4F7-5DD7-4390-B19B-49BCCCB90C70}">
  <a:tblStyle styleId="{1765D4F7-5DD7-4390-B19B-49BCCCB90C70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6E7EA"/>
          </a:solidFill>
        </a:fill>
      </a:tcStyle>
    </a:wholeTbl>
    <a:band1H>
      <a:tcTxStyle/>
      <a:tcStyle>
        <a:fill>
          <a:solidFill>
            <a:srgbClr val="CACCD3"/>
          </a:solidFill>
        </a:fill>
      </a:tcStyle>
    </a:band1H>
    <a:band2H>
      <a:tcTxStyle/>
    </a:band2H>
    <a:band1V>
      <a:tcTxStyle/>
      <a:tcStyle>
        <a:fill>
          <a:solidFill>
            <a:srgbClr val="CACCD3"/>
          </a:solidFill>
        </a:fill>
      </a:tcStyle>
    </a:band1V>
    <a:band2V>
      <a:tcTxStyle/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font" Target="fonts/GillSans-bold.fntdata"/><Relationship Id="rId23" Type="http://schemas.openxmlformats.org/officeDocument/2006/relationships/font" Target="fonts/GillSans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6" name="Google Shape;186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3" name="Google Shape;193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540cd75bd0_0_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9" name="Google Shape;199;g540cd75bd0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/>
              <a:t>Provide brief background on the framework – highlighting what audience needs to know to follow presentation. Can abbreviate further if audience is assumed to be familiar. </a:t>
            </a:r>
            <a:endParaRPr/>
          </a:p>
        </p:txBody>
      </p:sp>
      <p:sp>
        <p:nvSpPr>
          <p:cNvPr id="200" name="Google Shape;200;g540cd75bd0_0_1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26209d6856c_0_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6" name="Google Shape;206;g26209d6856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Details include geographic coverage, number of surveyed politicians, number and type of KIIs, number and type of FGDs.</a:t>
            </a:r>
            <a:endParaRPr/>
          </a:p>
        </p:txBody>
      </p:sp>
      <p:sp>
        <p:nvSpPr>
          <p:cNvPr id="207" name="Google Shape;207;g26209d6856c_0_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26209d6856c_0_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3" name="Google Shape;213;g26209d6856c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4" name="Google Shape;214;g26209d6856c_0_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4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0" name="Google Shape;220;p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1" name="Google Shape;221;p4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7" name="Google Shape;227;p4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29b71a431dc_0_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2" name="Google Shape;232;g29b71a431dc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3" name="Google Shape;233;g29b71a431dc_0_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29b6a319265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0" name="Google Shape;240;g29b6a319265_0_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7" name="Google Shape;247;p4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a9c78ce03a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4" name="Google Shape;254;ga9c78ce03a_0_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4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9" name="Google Shape;259;p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4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29b6a319265_0_2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7" name="Google Shape;267;g29b6a319265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g29b6a319265_0_2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4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4" name="Google Shape;274;p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5" name="Google Shape;275;p4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1" name="Google Shape;281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7" name="Google Shape;287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- Full Red">
  <p:cSld name="Cover - Full Red">
    <p:bg>
      <p:bgPr>
        <a:solidFill>
          <a:srgbClr val="BA0C2F"/>
        </a:solidFill>
      </p:bgPr>
    </p:bg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/>
          <p:nvPr>
            <p:ph type="ctrTitle"/>
          </p:nvPr>
        </p:nvSpPr>
        <p:spPr>
          <a:xfrm>
            <a:off x="685800" y="2133600"/>
            <a:ext cx="776732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Gill Sans"/>
              <a:buNone/>
              <a:defRPr sz="320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685800" y="4114800"/>
            <a:ext cx="34290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pic>
        <p:nvPicPr>
          <p:cNvPr id="16" name="Google Shape;16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89760" y="533400"/>
            <a:ext cx="2529051" cy="838200"/>
          </a:xfrm>
          <a:prstGeom prst="rect">
            <a:avLst/>
          </a:prstGeom>
          <a:noFill/>
          <a:ln>
            <a:noFill/>
          </a:ln>
          <a:effectLst>
            <a:outerShdw blurRad="254000" rotWithShape="0" algn="tl">
              <a:srgbClr val="000000">
                <a:alpha val="20000"/>
              </a:srgbClr>
            </a:outerShdw>
          </a:effec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vider - Full Red">
  <p:cSld name="1_Divider - Full Red">
    <p:bg>
      <p:bgPr>
        <a:solidFill>
          <a:srgbClr val="BA0C2F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5343" y="5770881"/>
            <a:ext cx="1972398" cy="653708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 txBox="1"/>
          <p:nvPr>
            <p:ph idx="1" type="body"/>
          </p:nvPr>
        </p:nvSpPr>
        <p:spPr>
          <a:xfrm>
            <a:off x="685800" y="1964511"/>
            <a:ext cx="7772400" cy="3532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6C6463"/>
              </a:buClr>
              <a:buSzPts val="2000"/>
              <a:buNone/>
              <a:defRPr sz="26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355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6C6463"/>
              </a:buClr>
              <a:buSzPts val="2000"/>
              <a:buChar char="–"/>
              <a:defRPr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-3429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C6463"/>
              </a:buClr>
              <a:buSzPts val="1800"/>
              <a:buChar char="•"/>
              <a:defRPr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6C6463"/>
              </a:buClr>
              <a:buSzPts val="1600"/>
              <a:buChar char="–"/>
              <a:defRPr>
                <a:solidFill>
                  <a:srgbClr val="6C6463"/>
                </a:solidFill>
              </a:defRPr>
            </a:lvl4pPr>
            <a:lvl5pPr indent="-3175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FFFFFF"/>
              </a:buClr>
              <a:buSzPts val="1400"/>
              <a:buChar char="»"/>
              <a:defRPr>
                <a:solidFill>
                  <a:srgbClr val="FFFFFF"/>
                </a:solidFill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title"/>
          </p:nvPr>
        </p:nvSpPr>
        <p:spPr>
          <a:xfrm>
            <a:off x="686104" y="1082102"/>
            <a:ext cx="7772400" cy="6462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A0C2F"/>
              </a:buClr>
              <a:buSzPts val="2800"/>
              <a:buFont typeface="Gill Sans"/>
              <a:buNone/>
              <a:defRPr sz="36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ed/Gray 1 Content">
  <p:cSld name="1_Red/Gray 1 Content">
    <p:bg>
      <p:bgPr>
        <a:solidFill>
          <a:srgbClr val="E7E7E5"/>
        </a:solid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idx="10" type="dt"/>
          </p:nvPr>
        </p:nvSpPr>
        <p:spPr>
          <a:xfrm>
            <a:off x="152400" y="6530079"/>
            <a:ext cx="2133600" cy="1846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00" u="none" cap="none" strike="noStrike">
                <a:solidFill>
                  <a:srgbClr val="635C5B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23" name="Google Shape;23;p4"/>
          <p:cNvSpPr txBox="1"/>
          <p:nvPr>
            <p:ph idx="11" type="ftr"/>
          </p:nvPr>
        </p:nvSpPr>
        <p:spPr>
          <a:xfrm>
            <a:off x="3124200" y="6530079"/>
            <a:ext cx="2895600" cy="1846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00" u="none" cap="none" strike="noStrike">
                <a:solidFill>
                  <a:srgbClr val="635C5B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6858000" y="6530079"/>
            <a:ext cx="2133600" cy="1846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635C5B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635C5B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635C5B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635C5B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635C5B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635C5B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635C5B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635C5B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635C5B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685800" y="1300480"/>
            <a:ext cx="7772096" cy="490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0">
            <a:normAutofit/>
          </a:bodyPr>
          <a:lstStyle>
            <a:lvl1pPr indent="-355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6C6463"/>
              </a:buClr>
              <a:buSzPts val="2000"/>
              <a:buChar char="•"/>
              <a:defRPr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355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6C6463"/>
              </a:buClr>
              <a:buSzPts val="2000"/>
              <a:buChar char="–"/>
              <a:defRPr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-3429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C6463"/>
              </a:buClr>
              <a:buSzPts val="1800"/>
              <a:buChar char="•"/>
              <a:defRPr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6C6463"/>
              </a:buClr>
              <a:buSzPts val="1600"/>
              <a:buChar char="–"/>
              <a:defRPr>
                <a:solidFill>
                  <a:srgbClr val="6C6463"/>
                </a:solidFill>
              </a:defRPr>
            </a:lvl4pPr>
            <a:lvl5pPr indent="-3175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FFFFFF"/>
              </a:buClr>
              <a:buSzPts val="1400"/>
              <a:buChar char="»"/>
              <a:defRPr>
                <a:solidFill>
                  <a:srgbClr val="FFFFFF"/>
                </a:solidFill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2" type="body"/>
          </p:nvPr>
        </p:nvSpPr>
        <p:spPr>
          <a:xfrm>
            <a:off x="685800" y="869058"/>
            <a:ext cx="7772096" cy="50254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800">
                <a:solidFill>
                  <a:srgbClr val="BA0A30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3556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0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–"/>
              <a:defRPr/>
            </a:lvl4pPr>
            <a:lvl5pPr indent="-3175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Char char="»"/>
              <a:defRPr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ed/Gray 1 Content + Right Photo">
  <p:cSld name="Red/Gray 1 Content + Right Photo">
    <p:bg>
      <p:bgPr>
        <a:solidFill>
          <a:srgbClr val="E7E7E5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/>
          <p:nvPr>
            <p:ph idx="2" type="pic"/>
          </p:nvPr>
        </p:nvSpPr>
        <p:spPr>
          <a:xfrm>
            <a:off x="4572000" y="152400"/>
            <a:ext cx="4419600" cy="655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543560" y="1300480"/>
            <a:ext cx="3652520" cy="490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0">
            <a:normAutofit/>
          </a:bodyPr>
          <a:lstStyle>
            <a:lvl1pPr indent="-355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6C6463"/>
              </a:buClr>
              <a:buSzPts val="2000"/>
              <a:buChar char="•"/>
              <a:defRPr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355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6C6463"/>
              </a:buClr>
              <a:buSzPts val="2000"/>
              <a:buChar char="–"/>
              <a:defRPr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-3429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C6463"/>
              </a:buClr>
              <a:buSzPts val="1800"/>
              <a:buChar char="•"/>
              <a:defRPr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6C6463"/>
              </a:buClr>
              <a:buSzPts val="1600"/>
              <a:buChar char="–"/>
              <a:defRPr>
                <a:solidFill>
                  <a:srgbClr val="6C6463"/>
                </a:solidFill>
              </a:defRPr>
            </a:lvl4pPr>
            <a:lvl5pPr indent="-3175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FFFFFF"/>
              </a:buClr>
              <a:buSzPts val="1400"/>
              <a:buChar char="»"/>
              <a:defRPr>
                <a:solidFill>
                  <a:srgbClr val="FFFFFF"/>
                </a:solidFill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type="title"/>
          </p:nvPr>
        </p:nvSpPr>
        <p:spPr>
          <a:xfrm>
            <a:off x="543864" y="848420"/>
            <a:ext cx="3652520" cy="5231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A0C2F"/>
              </a:buClr>
              <a:buSzPts val="2800"/>
              <a:buFont typeface="Gill Sans"/>
              <a:buNone/>
              <a:defRPr>
                <a:solidFill>
                  <a:srgbClr val="BA0C2F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vider - Full Red" type="titleOnly">
  <p:cSld name="TITLE_ONLY">
    <p:bg>
      <p:bgPr>
        <a:solidFill>
          <a:srgbClr val="BA0C2F"/>
        </a:solidFill>
      </p:bgPr>
    </p:bg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 txBox="1"/>
          <p:nvPr>
            <p:ph type="title"/>
          </p:nvPr>
        </p:nvSpPr>
        <p:spPr>
          <a:xfrm>
            <a:off x="1143000" y="827782"/>
            <a:ext cx="5486400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Gill Sans"/>
              <a:buNone/>
              <a:defRPr sz="320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6"/>
          <p:cNvSpPr txBox="1"/>
          <p:nvPr>
            <p:ph idx="10" type="dt"/>
          </p:nvPr>
        </p:nvSpPr>
        <p:spPr>
          <a:xfrm>
            <a:off x="152400" y="6530079"/>
            <a:ext cx="2133600" cy="1846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00" u="none" cap="none" strike="noStrike">
                <a:solidFill>
                  <a:srgbClr val="635C5B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34" name="Google Shape;34;p6"/>
          <p:cNvSpPr txBox="1"/>
          <p:nvPr>
            <p:ph idx="11" type="ftr"/>
          </p:nvPr>
        </p:nvSpPr>
        <p:spPr>
          <a:xfrm>
            <a:off x="3124200" y="6530079"/>
            <a:ext cx="2895600" cy="1846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00" u="none" cap="none" strike="noStrike">
                <a:solidFill>
                  <a:srgbClr val="635C5B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6858000" y="6530079"/>
            <a:ext cx="2133600" cy="1846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635C5B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635C5B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635C5B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635C5B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635C5B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635C5B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635C5B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635C5B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635C5B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6" name="Google Shape;36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92285" y="5943600"/>
            <a:ext cx="1524000" cy="4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ed/Gray 1 Content + Bottom Photo">
  <p:cSld name="Red/Gray 1 Content + Bottom Photo">
    <p:bg>
      <p:bgPr>
        <a:solidFill>
          <a:srgbClr val="E7E7E5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7"/>
          <p:cNvSpPr/>
          <p:nvPr>
            <p:ph idx="2" type="pic"/>
          </p:nvPr>
        </p:nvSpPr>
        <p:spPr>
          <a:xfrm>
            <a:off x="152400" y="3429000"/>
            <a:ext cx="8839200" cy="32766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39" name="Google Shape;39;p7"/>
          <p:cNvSpPr txBox="1"/>
          <p:nvPr>
            <p:ph idx="1" type="body"/>
          </p:nvPr>
        </p:nvSpPr>
        <p:spPr>
          <a:xfrm rot="-5400000">
            <a:off x="7527667" y="4708266"/>
            <a:ext cx="274320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indent="-228600" lvl="0" marL="4572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None/>
              <a:defRPr sz="600">
                <a:solidFill>
                  <a:srgbClr val="FFFFFF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7"/>
          <p:cNvSpPr txBox="1"/>
          <p:nvPr>
            <p:ph idx="3" type="body"/>
          </p:nvPr>
        </p:nvSpPr>
        <p:spPr>
          <a:xfrm>
            <a:off x="685800" y="1300480"/>
            <a:ext cx="7772096" cy="1889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0">
            <a:normAutofit/>
          </a:bodyPr>
          <a:lstStyle>
            <a:lvl1pPr indent="-355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6C6463"/>
              </a:buClr>
              <a:buSzPts val="2000"/>
              <a:buChar char="•"/>
              <a:defRPr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355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6C6463"/>
              </a:buClr>
              <a:buSzPts val="2000"/>
              <a:buChar char="–"/>
              <a:defRPr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-3429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C6463"/>
              </a:buClr>
              <a:buSzPts val="1800"/>
              <a:buChar char="•"/>
              <a:defRPr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6C6463"/>
              </a:buClr>
              <a:buSzPts val="1600"/>
              <a:buChar char="–"/>
              <a:defRPr>
                <a:solidFill>
                  <a:srgbClr val="6C6463"/>
                </a:solidFill>
              </a:defRPr>
            </a:lvl4pPr>
            <a:lvl5pPr indent="-3175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FFFFFF"/>
              </a:buClr>
              <a:buSzPts val="1400"/>
              <a:buChar char="»"/>
              <a:defRPr>
                <a:solidFill>
                  <a:srgbClr val="FFFFFF"/>
                </a:solidFill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7"/>
          <p:cNvSpPr txBox="1"/>
          <p:nvPr>
            <p:ph idx="4" type="body"/>
          </p:nvPr>
        </p:nvSpPr>
        <p:spPr>
          <a:xfrm>
            <a:off x="685800" y="869058"/>
            <a:ext cx="7772096" cy="50254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800">
                <a:solidFill>
                  <a:srgbClr val="BA0A30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3556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0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–"/>
              <a:defRPr/>
            </a:lvl4pPr>
            <a:lvl5pPr indent="-3175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Char char="»"/>
              <a:defRPr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- Full Red">
  <p:cSld name="1_Cover - Full Red">
    <p:bg>
      <p:bgPr>
        <a:solidFill>
          <a:srgbClr val="BA0C2F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>
            <p:ph type="ctrTitle"/>
          </p:nvPr>
        </p:nvSpPr>
        <p:spPr>
          <a:xfrm>
            <a:off x="685800" y="2133600"/>
            <a:ext cx="776732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Gill Sans"/>
              <a:buNone/>
              <a:defRPr sz="320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8"/>
          <p:cNvSpPr txBox="1"/>
          <p:nvPr>
            <p:ph idx="1" type="subTitle"/>
          </p:nvPr>
        </p:nvSpPr>
        <p:spPr>
          <a:xfrm>
            <a:off x="685800" y="4114800"/>
            <a:ext cx="34290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pic>
        <p:nvPicPr>
          <p:cNvPr id="45" name="Google Shape;45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89760" y="533400"/>
            <a:ext cx="2529051" cy="838200"/>
          </a:xfrm>
          <a:prstGeom prst="rect">
            <a:avLst/>
          </a:prstGeom>
          <a:noFill/>
          <a:ln>
            <a:noFill/>
          </a:ln>
          <a:effectLst>
            <a:outerShdw blurRad="254000" rotWithShape="0" algn="tl">
              <a:srgbClr val="000000">
                <a:alpha val="20000"/>
              </a:srgbClr>
            </a:outerShdw>
          </a:effectLst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ed/White 1 Content + Bottom Photo">
  <p:cSld name="Red/White 1 Content + Bottom Photo">
    <p:bg>
      <p:bgPr>
        <a:solidFill>
          <a:schemeClr val="lt1"/>
        </a:solidFill>
      </p:bgPr>
    </p:bg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9"/>
          <p:cNvSpPr txBox="1"/>
          <p:nvPr>
            <p:ph idx="1" type="body"/>
          </p:nvPr>
        </p:nvSpPr>
        <p:spPr>
          <a:xfrm>
            <a:off x="685800" y="1300479"/>
            <a:ext cx="7772400" cy="48717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0">
            <a:normAutofit/>
          </a:bodyPr>
          <a:lstStyle>
            <a:lvl1pPr indent="-355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6C6463"/>
              </a:buClr>
              <a:buSzPts val="2000"/>
              <a:buChar char="•"/>
              <a:defRPr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355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6C6463"/>
              </a:buClr>
              <a:buSzPts val="2000"/>
              <a:buChar char="–"/>
              <a:defRPr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-3429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C6463"/>
              </a:buClr>
              <a:buSzPts val="1800"/>
              <a:buChar char="•"/>
              <a:defRPr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6C6463"/>
              </a:buClr>
              <a:buSzPts val="1600"/>
              <a:buChar char="–"/>
              <a:defRPr>
                <a:solidFill>
                  <a:srgbClr val="6C6463"/>
                </a:solidFill>
              </a:defRPr>
            </a:lvl4pPr>
            <a:lvl5pPr indent="-3175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FFFFFF"/>
              </a:buClr>
              <a:buSzPts val="1400"/>
              <a:buChar char="»"/>
              <a:defRPr>
                <a:solidFill>
                  <a:srgbClr val="FFFFFF"/>
                </a:solidFill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9"/>
          <p:cNvSpPr txBox="1"/>
          <p:nvPr>
            <p:ph type="title"/>
          </p:nvPr>
        </p:nvSpPr>
        <p:spPr>
          <a:xfrm>
            <a:off x="686104" y="848420"/>
            <a:ext cx="7772400" cy="5231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A0C2F"/>
              </a:buClr>
              <a:buSzPts val="2800"/>
              <a:buFont typeface="Gill Sans"/>
              <a:buNone/>
              <a:defRPr>
                <a:solidFill>
                  <a:srgbClr val="BA0C2F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ed/Gray 3 Content">
  <p:cSld name="Red/Gray 3 Content">
    <p:bg>
      <p:bgPr>
        <a:solidFill>
          <a:srgbClr val="E7E7E5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/>
          <p:nvPr>
            <p:ph idx="1" type="body"/>
          </p:nvPr>
        </p:nvSpPr>
        <p:spPr>
          <a:xfrm>
            <a:off x="685800" y="1300480"/>
            <a:ext cx="2514296" cy="49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0">
            <a:normAutofit/>
          </a:bodyPr>
          <a:lstStyle>
            <a:lvl1pPr indent="-355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6C6463"/>
              </a:buClr>
              <a:buSzPts val="2000"/>
              <a:buChar char="•"/>
              <a:defRPr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355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6C6463"/>
              </a:buClr>
              <a:buSzPts val="2000"/>
              <a:buChar char="–"/>
              <a:defRPr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-3429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C6463"/>
              </a:buClr>
              <a:buSzPts val="1800"/>
              <a:buChar char="•"/>
              <a:defRPr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6C6463"/>
              </a:buClr>
              <a:buSzPts val="1600"/>
              <a:buChar char="–"/>
              <a:defRPr>
                <a:solidFill>
                  <a:srgbClr val="6C6463"/>
                </a:solidFill>
              </a:defRPr>
            </a:lvl4pPr>
            <a:lvl5pPr indent="-3175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FFFFFF"/>
              </a:buClr>
              <a:buSzPts val="1400"/>
              <a:buChar char="»"/>
              <a:defRPr>
                <a:solidFill>
                  <a:srgbClr val="FFFFFF"/>
                </a:solidFill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10"/>
          <p:cNvSpPr txBox="1"/>
          <p:nvPr>
            <p:ph idx="2" type="body"/>
          </p:nvPr>
        </p:nvSpPr>
        <p:spPr>
          <a:xfrm>
            <a:off x="3307080" y="1300480"/>
            <a:ext cx="2514296" cy="49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0">
            <a:normAutofit/>
          </a:bodyPr>
          <a:lstStyle>
            <a:lvl1pPr indent="-355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6C6463"/>
              </a:buClr>
              <a:buSzPts val="2000"/>
              <a:buChar char="•"/>
              <a:defRPr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355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6C6463"/>
              </a:buClr>
              <a:buSzPts val="2000"/>
              <a:buChar char="–"/>
              <a:defRPr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-3429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C6463"/>
              </a:buClr>
              <a:buSzPts val="1800"/>
              <a:buChar char="•"/>
              <a:defRPr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6C6463"/>
              </a:buClr>
              <a:buSzPts val="1600"/>
              <a:buChar char="–"/>
              <a:defRPr>
                <a:solidFill>
                  <a:srgbClr val="6C6463"/>
                </a:solidFill>
              </a:defRPr>
            </a:lvl4pPr>
            <a:lvl5pPr indent="-3175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FFFFFF"/>
              </a:buClr>
              <a:buSzPts val="1400"/>
              <a:buChar char="»"/>
              <a:defRPr>
                <a:solidFill>
                  <a:srgbClr val="FFFFFF"/>
                </a:solidFill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2" name="Google Shape;52;p10"/>
          <p:cNvSpPr txBox="1"/>
          <p:nvPr>
            <p:ph idx="3" type="body"/>
          </p:nvPr>
        </p:nvSpPr>
        <p:spPr>
          <a:xfrm>
            <a:off x="5938520" y="1300480"/>
            <a:ext cx="2514296" cy="49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0">
            <a:normAutofit/>
          </a:bodyPr>
          <a:lstStyle>
            <a:lvl1pPr indent="-355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6C6463"/>
              </a:buClr>
              <a:buSzPts val="2000"/>
              <a:buChar char="•"/>
              <a:defRPr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355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6C6463"/>
              </a:buClr>
              <a:buSzPts val="2000"/>
              <a:buChar char="–"/>
              <a:defRPr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-3429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C6463"/>
              </a:buClr>
              <a:buSzPts val="1800"/>
              <a:buChar char="•"/>
              <a:defRPr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6C6463"/>
              </a:buClr>
              <a:buSzPts val="1600"/>
              <a:buChar char="–"/>
              <a:defRPr>
                <a:solidFill>
                  <a:srgbClr val="6C6463"/>
                </a:solidFill>
              </a:defRPr>
            </a:lvl4pPr>
            <a:lvl5pPr indent="-3175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FFFFFF"/>
              </a:buClr>
              <a:buSzPts val="1400"/>
              <a:buChar char="»"/>
              <a:defRPr>
                <a:solidFill>
                  <a:srgbClr val="FFFFFF"/>
                </a:solidFill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3" name="Google Shape;53;p10"/>
          <p:cNvSpPr txBox="1"/>
          <p:nvPr>
            <p:ph idx="4" type="body"/>
          </p:nvPr>
        </p:nvSpPr>
        <p:spPr>
          <a:xfrm>
            <a:off x="685800" y="869058"/>
            <a:ext cx="7772096" cy="50254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800">
                <a:solidFill>
                  <a:srgbClr val="BA0A30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3556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0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–"/>
              <a:defRPr/>
            </a:lvl4pPr>
            <a:lvl5pPr indent="-3175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Char char="»"/>
              <a:defRPr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ed/Gray Title Only">
  <p:cSld name="Red/Gray Title Only">
    <p:bg>
      <p:bgPr>
        <a:solidFill>
          <a:srgbClr val="E7E7E5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/>
          <p:nvPr>
            <p:ph idx="2" type="pic"/>
          </p:nvPr>
        </p:nvSpPr>
        <p:spPr>
          <a:xfrm>
            <a:off x="152400" y="152400"/>
            <a:ext cx="4419600" cy="655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56" name="Google Shape;56;p11"/>
          <p:cNvSpPr txBox="1"/>
          <p:nvPr>
            <p:ph idx="1" type="body"/>
          </p:nvPr>
        </p:nvSpPr>
        <p:spPr>
          <a:xfrm>
            <a:off x="4851400" y="3177729"/>
            <a:ext cx="3794760" cy="50254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800">
                <a:solidFill>
                  <a:srgbClr val="BA0A30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3556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0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–"/>
              <a:defRPr/>
            </a:lvl4pPr>
            <a:lvl5pPr indent="-3175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Char char="»"/>
              <a:defRPr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ed/White 2 Content">
  <p:cSld name="Red/White 2 Content">
    <p:bg>
      <p:bgPr>
        <a:solidFill>
          <a:schemeClr val="lt1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2"/>
          <p:cNvSpPr txBox="1"/>
          <p:nvPr>
            <p:ph idx="1" type="body"/>
          </p:nvPr>
        </p:nvSpPr>
        <p:spPr>
          <a:xfrm>
            <a:off x="685800" y="1300480"/>
            <a:ext cx="3809696" cy="490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0">
            <a:normAutofit/>
          </a:bodyPr>
          <a:lstStyle>
            <a:lvl1pPr indent="-355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6C6463"/>
              </a:buClr>
              <a:buSzPts val="2000"/>
              <a:buChar char="•"/>
              <a:defRPr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355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6C6463"/>
              </a:buClr>
              <a:buSzPts val="2000"/>
              <a:buChar char="–"/>
              <a:defRPr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-3429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C6463"/>
              </a:buClr>
              <a:buSzPts val="1800"/>
              <a:buChar char="•"/>
              <a:defRPr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6C6463"/>
              </a:buClr>
              <a:buSzPts val="1600"/>
              <a:buChar char="–"/>
              <a:defRPr>
                <a:solidFill>
                  <a:srgbClr val="6C6463"/>
                </a:solidFill>
              </a:defRPr>
            </a:lvl4pPr>
            <a:lvl5pPr indent="-3175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FFFFFF"/>
              </a:buClr>
              <a:buSzPts val="1400"/>
              <a:buChar char="»"/>
              <a:defRPr>
                <a:solidFill>
                  <a:srgbClr val="FFFFFF"/>
                </a:solidFill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9" name="Google Shape;59;p12"/>
          <p:cNvSpPr txBox="1"/>
          <p:nvPr>
            <p:ph type="title"/>
          </p:nvPr>
        </p:nvSpPr>
        <p:spPr>
          <a:xfrm>
            <a:off x="686104" y="848420"/>
            <a:ext cx="7772400" cy="5231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A0C2F"/>
              </a:buClr>
              <a:buSzPts val="2800"/>
              <a:buFont typeface="Gill Sans"/>
              <a:buNone/>
              <a:defRPr>
                <a:solidFill>
                  <a:srgbClr val="BA0C2F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2"/>
          <p:cNvSpPr txBox="1"/>
          <p:nvPr>
            <p:ph idx="2" type="body"/>
          </p:nvPr>
        </p:nvSpPr>
        <p:spPr>
          <a:xfrm>
            <a:off x="4638040" y="1300480"/>
            <a:ext cx="3819856" cy="490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0">
            <a:normAutofit/>
          </a:bodyPr>
          <a:lstStyle>
            <a:lvl1pPr indent="-355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6C6463"/>
              </a:buClr>
              <a:buSzPts val="2000"/>
              <a:buChar char="•"/>
              <a:defRPr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355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6C6463"/>
              </a:buClr>
              <a:buSzPts val="2000"/>
              <a:buChar char="–"/>
              <a:defRPr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-3429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C6463"/>
              </a:buClr>
              <a:buSzPts val="1800"/>
              <a:buChar char="•"/>
              <a:defRPr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6C6463"/>
              </a:buClr>
              <a:buSzPts val="1600"/>
              <a:buChar char="–"/>
              <a:defRPr>
                <a:solidFill>
                  <a:srgbClr val="6C6463"/>
                </a:solidFill>
              </a:defRPr>
            </a:lvl4pPr>
            <a:lvl5pPr indent="-3175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FFFFFF"/>
              </a:buClr>
              <a:buSzPts val="1400"/>
              <a:buChar char="»"/>
              <a:defRPr>
                <a:solidFill>
                  <a:srgbClr val="FFFFFF"/>
                </a:solidFill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ed/White 3 Content">
  <p:cSld name="Red/White 3 Content"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/>
          <p:nvPr>
            <p:ph idx="1" type="body"/>
          </p:nvPr>
        </p:nvSpPr>
        <p:spPr>
          <a:xfrm>
            <a:off x="685800" y="1300480"/>
            <a:ext cx="2514296" cy="49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0">
            <a:normAutofit/>
          </a:bodyPr>
          <a:lstStyle>
            <a:lvl1pPr indent="-355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6C6463"/>
              </a:buClr>
              <a:buSzPts val="2000"/>
              <a:buChar char="•"/>
              <a:defRPr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355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6C6463"/>
              </a:buClr>
              <a:buSzPts val="2000"/>
              <a:buChar char="–"/>
              <a:defRPr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-3429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C6463"/>
              </a:buClr>
              <a:buSzPts val="1800"/>
              <a:buChar char="•"/>
              <a:defRPr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6C6463"/>
              </a:buClr>
              <a:buSzPts val="1600"/>
              <a:buChar char="–"/>
              <a:defRPr>
                <a:solidFill>
                  <a:srgbClr val="6C6463"/>
                </a:solidFill>
              </a:defRPr>
            </a:lvl4pPr>
            <a:lvl5pPr indent="-3175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FFFFFF"/>
              </a:buClr>
              <a:buSzPts val="1400"/>
              <a:buChar char="»"/>
              <a:defRPr>
                <a:solidFill>
                  <a:srgbClr val="FFFFFF"/>
                </a:solidFill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3" name="Google Shape;63;p13"/>
          <p:cNvSpPr txBox="1"/>
          <p:nvPr>
            <p:ph idx="2" type="body"/>
          </p:nvPr>
        </p:nvSpPr>
        <p:spPr>
          <a:xfrm>
            <a:off x="3307080" y="1300480"/>
            <a:ext cx="2514296" cy="49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0">
            <a:normAutofit/>
          </a:bodyPr>
          <a:lstStyle>
            <a:lvl1pPr indent="-355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6C6463"/>
              </a:buClr>
              <a:buSzPts val="2000"/>
              <a:buChar char="•"/>
              <a:defRPr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355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6C6463"/>
              </a:buClr>
              <a:buSzPts val="2000"/>
              <a:buChar char="–"/>
              <a:defRPr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-3429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C6463"/>
              </a:buClr>
              <a:buSzPts val="1800"/>
              <a:buChar char="•"/>
              <a:defRPr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6C6463"/>
              </a:buClr>
              <a:buSzPts val="1600"/>
              <a:buChar char="–"/>
              <a:defRPr>
                <a:solidFill>
                  <a:srgbClr val="6C6463"/>
                </a:solidFill>
              </a:defRPr>
            </a:lvl4pPr>
            <a:lvl5pPr indent="-3175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FFFFFF"/>
              </a:buClr>
              <a:buSzPts val="1400"/>
              <a:buChar char="»"/>
              <a:defRPr>
                <a:solidFill>
                  <a:srgbClr val="FFFFFF"/>
                </a:solidFill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4" name="Google Shape;64;p13"/>
          <p:cNvSpPr txBox="1"/>
          <p:nvPr>
            <p:ph idx="3" type="body"/>
          </p:nvPr>
        </p:nvSpPr>
        <p:spPr>
          <a:xfrm>
            <a:off x="5938520" y="1300480"/>
            <a:ext cx="2514296" cy="49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0">
            <a:normAutofit/>
          </a:bodyPr>
          <a:lstStyle>
            <a:lvl1pPr indent="-355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6C6463"/>
              </a:buClr>
              <a:buSzPts val="2000"/>
              <a:buChar char="•"/>
              <a:defRPr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355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6C6463"/>
              </a:buClr>
              <a:buSzPts val="2000"/>
              <a:buChar char="–"/>
              <a:defRPr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-3429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C6463"/>
              </a:buClr>
              <a:buSzPts val="1800"/>
              <a:buChar char="•"/>
              <a:defRPr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6C6463"/>
              </a:buClr>
              <a:buSzPts val="1600"/>
              <a:buChar char="–"/>
              <a:defRPr>
                <a:solidFill>
                  <a:srgbClr val="6C6463"/>
                </a:solidFill>
              </a:defRPr>
            </a:lvl4pPr>
            <a:lvl5pPr indent="-3175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FFFFFF"/>
              </a:buClr>
              <a:buSzPts val="1400"/>
              <a:buChar char="»"/>
              <a:defRPr>
                <a:solidFill>
                  <a:srgbClr val="FFFFFF"/>
                </a:solidFill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5" name="Google Shape;65;p13"/>
          <p:cNvSpPr txBox="1"/>
          <p:nvPr>
            <p:ph idx="4" type="body"/>
          </p:nvPr>
        </p:nvSpPr>
        <p:spPr>
          <a:xfrm>
            <a:off x="685800" y="869058"/>
            <a:ext cx="7772096" cy="50254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800">
                <a:solidFill>
                  <a:srgbClr val="BA0A30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3556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0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–"/>
              <a:defRPr/>
            </a:lvl4pPr>
            <a:lvl5pPr indent="-3175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Char char="»"/>
              <a:defRPr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ed/White 1 Content + Bottom Photo">
  <p:cSld name="1_Red/White 1 Content + Bottom Photo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4"/>
          <p:cNvSpPr/>
          <p:nvPr>
            <p:ph idx="2" type="pic"/>
          </p:nvPr>
        </p:nvSpPr>
        <p:spPr>
          <a:xfrm>
            <a:off x="152400" y="3429000"/>
            <a:ext cx="8839200" cy="3276600"/>
          </a:xfrm>
          <a:prstGeom prst="rect">
            <a:avLst/>
          </a:prstGeom>
          <a:solidFill>
            <a:srgbClr val="E7E7E5"/>
          </a:solidFill>
          <a:ln>
            <a:noFill/>
          </a:ln>
        </p:spPr>
      </p:sp>
      <p:sp>
        <p:nvSpPr>
          <p:cNvPr id="68" name="Google Shape;68;p14"/>
          <p:cNvSpPr txBox="1"/>
          <p:nvPr>
            <p:ph idx="1" type="body"/>
          </p:nvPr>
        </p:nvSpPr>
        <p:spPr>
          <a:xfrm>
            <a:off x="685800" y="1300480"/>
            <a:ext cx="7772400" cy="181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0">
            <a:normAutofit/>
          </a:bodyPr>
          <a:lstStyle>
            <a:lvl1pPr indent="-355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6C6463"/>
              </a:buClr>
              <a:buSzPts val="2000"/>
              <a:buChar char="•"/>
              <a:defRPr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355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6C6463"/>
              </a:buClr>
              <a:buSzPts val="2000"/>
              <a:buChar char="–"/>
              <a:defRPr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-3429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C6463"/>
              </a:buClr>
              <a:buSzPts val="1800"/>
              <a:buChar char="•"/>
              <a:defRPr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6C6463"/>
              </a:buClr>
              <a:buSzPts val="1600"/>
              <a:buChar char="–"/>
              <a:defRPr>
                <a:solidFill>
                  <a:srgbClr val="6C6463"/>
                </a:solidFill>
              </a:defRPr>
            </a:lvl4pPr>
            <a:lvl5pPr indent="-3175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FFFFFF"/>
              </a:buClr>
              <a:buSzPts val="1400"/>
              <a:buChar char="»"/>
              <a:defRPr>
                <a:solidFill>
                  <a:srgbClr val="FFFFFF"/>
                </a:solidFill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9" name="Google Shape;69;p14"/>
          <p:cNvSpPr txBox="1"/>
          <p:nvPr>
            <p:ph type="title"/>
          </p:nvPr>
        </p:nvSpPr>
        <p:spPr>
          <a:xfrm>
            <a:off x="686104" y="848420"/>
            <a:ext cx="7772400" cy="5231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A0C2F"/>
              </a:buClr>
              <a:buSzPts val="2800"/>
              <a:buFont typeface="Gill Sans"/>
              <a:buNone/>
              <a:defRPr>
                <a:solidFill>
                  <a:srgbClr val="BA0C2F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ed/White 1 Content + Right Photo">
  <p:cSld name="Red/White 1 Content + Right Photo">
    <p:bg>
      <p:bgPr>
        <a:solidFill>
          <a:schemeClr val="lt1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/>
          <p:nvPr>
            <p:ph idx="2" type="pic"/>
          </p:nvPr>
        </p:nvSpPr>
        <p:spPr>
          <a:xfrm>
            <a:off x="4572000" y="152400"/>
            <a:ext cx="4419600" cy="6553200"/>
          </a:xfrm>
          <a:prstGeom prst="rect">
            <a:avLst/>
          </a:prstGeom>
          <a:solidFill>
            <a:srgbClr val="E7E7E5"/>
          </a:solidFill>
          <a:ln>
            <a:noFill/>
          </a:ln>
        </p:spPr>
      </p:sp>
      <p:sp>
        <p:nvSpPr>
          <p:cNvPr id="72" name="Google Shape;72;p15"/>
          <p:cNvSpPr txBox="1"/>
          <p:nvPr>
            <p:ph idx="1" type="body"/>
          </p:nvPr>
        </p:nvSpPr>
        <p:spPr>
          <a:xfrm rot="-5400000">
            <a:off x="7527667" y="1431666"/>
            <a:ext cx="274320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indent="-228600" lvl="0" marL="4572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None/>
              <a:defRPr sz="600">
                <a:solidFill>
                  <a:srgbClr val="FFFFFF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3" name="Google Shape;73;p15"/>
          <p:cNvSpPr txBox="1"/>
          <p:nvPr>
            <p:ph idx="3" type="body"/>
          </p:nvPr>
        </p:nvSpPr>
        <p:spPr>
          <a:xfrm>
            <a:off x="543560" y="1300480"/>
            <a:ext cx="3652520" cy="490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0">
            <a:normAutofit/>
          </a:bodyPr>
          <a:lstStyle>
            <a:lvl1pPr indent="-355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6C6463"/>
              </a:buClr>
              <a:buSzPts val="2000"/>
              <a:buChar char="•"/>
              <a:defRPr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355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6C6463"/>
              </a:buClr>
              <a:buSzPts val="2000"/>
              <a:buChar char="–"/>
              <a:defRPr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-3429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C6463"/>
              </a:buClr>
              <a:buSzPts val="1800"/>
              <a:buChar char="•"/>
              <a:defRPr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6C6463"/>
              </a:buClr>
              <a:buSzPts val="1600"/>
              <a:buChar char="–"/>
              <a:defRPr>
                <a:solidFill>
                  <a:srgbClr val="6C6463"/>
                </a:solidFill>
              </a:defRPr>
            </a:lvl4pPr>
            <a:lvl5pPr indent="-3175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FFFFFF"/>
              </a:buClr>
              <a:buSzPts val="1400"/>
              <a:buChar char="»"/>
              <a:defRPr>
                <a:solidFill>
                  <a:srgbClr val="FFFFFF"/>
                </a:solidFill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4" name="Google Shape;74;p15"/>
          <p:cNvSpPr txBox="1"/>
          <p:nvPr>
            <p:ph type="title"/>
          </p:nvPr>
        </p:nvSpPr>
        <p:spPr>
          <a:xfrm>
            <a:off x="543864" y="848420"/>
            <a:ext cx="3652520" cy="5231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A0C2F"/>
              </a:buClr>
              <a:buSzPts val="2800"/>
              <a:buFont typeface="Gill Sans"/>
              <a:buNone/>
              <a:defRPr>
                <a:solidFill>
                  <a:srgbClr val="BA0C2F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ed/White Title Only">
  <p:cSld name="Red/White Title Only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/>
          <p:nvPr>
            <p:ph idx="2" type="pic"/>
          </p:nvPr>
        </p:nvSpPr>
        <p:spPr>
          <a:xfrm>
            <a:off x="152400" y="152401"/>
            <a:ext cx="4419600" cy="6553200"/>
          </a:xfrm>
          <a:prstGeom prst="rect">
            <a:avLst/>
          </a:prstGeom>
          <a:solidFill>
            <a:srgbClr val="E7E7E5"/>
          </a:solidFill>
          <a:ln>
            <a:noFill/>
          </a:ln>
        </p:spPr>
      </p:sp>
      <p:sp>
        <p:nvSpPr>
          <p:cNvPr id="77" name="Google Shape;77;p16"/>
          <p:cNvSpPr txBox="1"/>
          <p:nvPr>
            <p:ph idx="1" type="body"/>
          </p:nvPr>
        </p:nvSpPr>
        <p:spPr>
          <a:xfrm>
            <a:off x="4881880" y="3177729"/>
            <a:ext cx="3886200" cy="50254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800">
                <a:solidFill>
                  <a:srgbClr val="BA0A30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3556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0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–"/>
              <a:defRPr/>
            </a:lvl4pPr>
            <a:lvl5pPr indent="-3175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Char char="»"/>
              <a:defRPr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- Full Blue">
  <p:cSld name="Cover - Full Blue">
    <p:bg>
      <p:bgPr>
        <a:solidFill>
          <a:srgbClr val="002F6C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91522" y="685800"/>
            <a:ext cx="1813366" cy="54401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7"/>
          <p:cNvSpPr txBox="1"/>
          <p:nvPr>
            <p:ph idx="10" type="dt"/>
          </p:nvPr>
        </p:nvSpPr>
        <p:spPr>
          <a:xfrm>
            <a:off x="152400" y="6520934"/>
            <a:ext cx="2133600" cy="1846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1" name="Google Shape;81;p17"/>
          <p:cNvSpPr txBox="1"/>
          <p:nvPr>
            <p:ph idx="11" type="ftr"/>
          </p:nvPr>
        </p:nvSpPr>
        <p:spPr>
          <a:xfrm>
            <a:off x="3124200" y="6520934"/>
            <a:ext cx="2895600" cy="1846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2" name="Google Shape;82;p17"/>
          <p:cNvSpPr txBox="1"/>
          <p:nvPr>
            <p:ph idx="12" type="sldNum"/>
          </p:nvPr>
        </p:nvSpPr>
        <p:spPr>
          <a:xfrm>
            <a:off x="6858000" y="6520934"/>
            <a:ext cx="2133600" cy="1846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3" name="Google Shape;83;p17"/>
          <p:cNvSpPr txBox="1"/>
          <p:nvPr>
            <p:ph type="ctrTitle"/>
          </p:nvPr>
        </p:nvSpPr>
        <p:spPr>
          <a:xfrm>
            <a:off x="685800" y="2133600"/>
            <a:ext cx="54864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Gill Sans"/>
              <a:buNone/>
              <a:defRPr sz="320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7"/>
          <p:cNvSpPr txBox="1"/>
          <p:nvPr>
            <p:ph idx="1" type="subTitle"/>
          </p:nvPr>
        </p:nvSpPr>
        <p:spPr>
          <a:xfrm>
            <a:off x="685800" y="4114800"/>
            <a:ext cx="34290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1pPr>
            <a:lvl2pPr lvl="1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cxnSp>
        <p:nvCxnSpPr>
          <p:cNvPr id="85" name="Google Shape;85;p17"/>
          <p:cNvCxnSpPr/>
          <p:nvPr/>
        </p:nvCxnSpPr>
        <p:spPr>
          <a:xfrm>
            <a:off x="762000" y="3886200"/>
            <a:ext cx="32004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vider - Full Blue">
  <p:cSld name="Divider - Full Blue">
    <p:bg>
      <p:bgPr>
        <a:solidFill>
          <a:srgbClr val="002F6C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8"/>
          <p:cNvSpPr txBox="1"/>
          <p:nvPr>
            <p:ph type="title"/>
          </p:nvPr>
        </p:nvSpPr>
        <p:spPr>
          <a:xfrm>
            <a:off x="1143000" y="827782"/>
            <a:ext cx="5486400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Gill Sans"/>
              <a:buNone/>
              <a:defRPr sz="320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18"/>
          <p:cNvSpPr txBox="1"/>
          <p:nvPr>
            <p:ph idx="10" type="dt"/>
          </p:nvPr>
        </p:nvSpPr>
        <p:spPr>
          <a:xfrm>
            <a:off x="152400" y="6530079"/>
            <a:ext cx="2133600" cy="1846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9" name="Google Shape;89;p18"/>
          <p:cNvSpPr txBox="1"/>
          <p:nvPr>
            <p:ph idx="11" type="ftr"/>
          </p:nvPr>
        </p:nvSpPr>
        <p:spPr>
          <a:xfrm>
            <a:off x="3124200" y="6530079"/>
            <a:ext cx="2895600" cy="1846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0" name="Google Shape;90;p18"/>
          <p:cNvSpPr txBox="1"/>
          <p:nvPr>
            <p:ph idx="12" type="sldNum"/>
          </p:nvPr>
        </p:nvSpPr>
        <p:spPr>
          <a:xfrm>
            <a:off x="6858000" y="6530079"/>
            <a:ext cx="2133600" cy="1846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91" name="Google Shape;91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92285" y="5943600"/>
            <a:ext cx="1524000" cy="4572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2" name="Google Shape;92;p18"/>
          <p:cNvCxnSpPr/>
          <p:nvPr/>
        </p:nvCxnSpPr>
        <p:spPr>
          <a:xfrm>
            <a:off x="746760" y="990600"/>
            <a:ext cx="320040" cy="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ue/Gray 1 Content">
  <p:cSld name="Blue/Gray 1 Content">
    <p:bg>
      <p:bgPr>
        <a:solidFill>
          <a:srgbClr val="E7E7E5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9"/>
          <p:cNvSpPr txBox="1"/>
          <p:nvPr>
            <p:ph idx="1" type="body"/>
          </p:nvPr>
        </p:nvSpPr>
        <p:spPr>
          <a:xfrm>
            <a:off x="685800" y="1548830"/>
            <a:ext cx="7772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35C5B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635C5B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6C6463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6C6463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6C6463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5" name="Google Shape;95;p19"/>
          <p:cNvSpPr txBox="1"/>
          <p:nvPr>
            <p:ph idx="10" type="dt"/>
          </p:nvPr>
        </p:nvSpPr>
        <p:spPr>
          <a:xfrm>
            <a:off x="152400" y="6520934"/>
            <a:ext cx="2133600" cy="1846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00" u="none" cap="none" strike="noStrike"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6" name="Google Shape;96;p19"/>
          <p:cNvSpPr txBox="1"/>
          <p:nvPr>
            <p:ph idx="11" type="ftr"/>
          </p:nvPr>
        </p:nvSpPr>
        <p:spPr>
          <a:xfrm>
            <a:off x="3124200" y="6520934"/>
            <a:ext cx="2895600" cy="1846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00" u="none" cap="none" strike="noStrike"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7" name="Google Shape;97;p19"/>
          <p:cNvSpPr txBox="1"/>
          <p:nvPr>
            <p:ph idx="12" type="sldNum"/>
          </p:nvPr>
        </p:nvSpPr>
        <p:spPr>
          <a:xfrm>
            <a:off x="6858000" y="6520934"/>
            <a:ext cx="2133600" cy="1846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8" name="Google Shape;98;p19"/>
          <p:cNvSpPr txBox="1"/>
          <p:nvPr>
            <p:ph type="title"/>
          </p:nvPr>
        </p:nvSpPr>
        <p:spPr>
          <a:xfrm>
            <a:off x="686104" y="457200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7B9"/>
              </a:buClr>
              <a:buSzPts val="2800"/>
              <a:buFont typeface="Gill Sans"/>
              <a:buNone/>
              <a:defRPr>
                <a:solidFill>
                  <a:srgbClr val="0067B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ue/Gray 2 Content">
  <p:cSld name="Blue/Gray 2 Conten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0"/>
          <p:cNvSpPr txBox="1"/>
          <p:nvPr>
            <p:ph idx="1" type="body"/>
          </p:nvPr>
        </p:nvSpPr>
        <p:spPr>
          <a:xfrm>
            <a:off x="686104" y="1600200"/>
            <a:ext cx="3809696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C6463"/>
              </a:buClr>
              <a:buSzPts val="2000"/>
              <a:buChar char="•"/>
              <a:defRPr sz="2000">
                <a:solidFill>
                  <a:srgbClr val="6C6463"/>
                </a:solidFill>
              </a:defRPr>
            </a:lvl1pPr>
            <a:lvl2pPr indent="-3429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6C6463"/>
              </a:buClr>
              <a:buSzPts val="1800"/>
              <a:buChar char="–"/>
              <a:defRPr sz="1800">
                <a:solidFill>
                  <a:srgbClr val="6C6463"/>
                </a:solidFill>
              </a:defRPr>
            </a:lvl2pPr>
            <a:lvl3pPr indent="-3302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6C6463"/>
              </a:buClr>
              <a:buSzPts val="1600"/>
              <a:buChar char="•"/>
              <a:defRPr sz="1600">
                <a:solidFill>
                  <a:srgbClr val="6C6463"/>
                </a:solidFill>
              </a:defRPr>
            </a:lvl3pPr>
            <a:lvl4pPr indent="-3175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6C6463"/>
              </a:buClr>
              <a:buSzPts val="1400"/>
              <a:buChar char="–"/>
              <a:defRPr sz="1400">
                <a:solidFill>
                  <a:srgbClr val="6C6463"/>
                </a:solidFill>
              </a:defRPr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6C6463"/>
              </a:buClr>
              <a:buSzPts val="1600"/>
              <a:buChar char="»"/>
              <a:defRPr sz="1600">
                <a:solidFill>
                  <a:srgbClr val="6C6463"/>
                </a:solidFill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01" name="Google Shape;101;p20"/>
          <p:cNvSpPr txBox="1"/>
          <p:nvPr>
            <p:ph idx="2" type="body"/>
          </p:nvPr>
        </p:nvSpPr>
        <p:spPr>
          <a:xfrm>
            <a:off x="4648200" y="1600200"/>
            <a:ext cx="3810304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C6463"/>
              </a:buClr>
              <a:buSzPts val="2000"/>
              <a:buChar char="•"/>
              <a:defRPr sz="2000">
                <a:solidFill>
                  <a:srgbClr val="6C6463"/>
                </a:solidFill>
              </a:defRPr>
            </a:lvl1pPr>
            <a:lvl2pPr indent="-3429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6C6463"/>
              </a:buClr>
              <a:buSzPts val="1800"/>
              <a:buChar char="–"/>
              <a:defRPr sz="1800">
                <a:solidFill>
                  <a:srgbClr val="6C6463"/>
                </a:solidFill>
              </a:defRPr>
            </a:lvl2pPr>
            <a:lvl3pPr indent="-3302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6C6463"/>
              </a:buClr>
              <a:buSzPts val="1600"/>
              <a:buChar char="•"/>
              <a:defRPr sz="1600">
                <a:solidFill>
                  <a:srgbClr val="6C6463"/>
                </a:solidFill>
              </a:defRPr>
            </a:lvl3pPr>
            <a:lvl4pPr indent="-3175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6C6463"/>
              </a:buClr>
              <a:buSzPts val="1400"/>
              <a:buChar char="–"/>
              <a:defRPr sz="1400">
                <a:solidFill>
                  <a:srgbClr val="6C6463"/>
                </a:solidFill>
              </a:defRPr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6C6463"/>
              </a:buClr>
              <a:buSzPts val="1600"/>
              <a:buChar char="»"/>
              <a:defRPr sz="1600">
                <a:solidFill>
                  <a:srgbClr val="6C6463"/>
                </a:solidFill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02" name="Google Shape;102;p20"/>
          <p:cNvSpPr txBox="1"/>
          <p:nvPr>
            <p:ph idx="10" type="dt"/>
          </p:nvPr>
        </p:nvSpPr>
        <p:spPr>
          <a:xfrm>
            <a:off x="152400" y="6530079"/>
            <a:ext cx="2133600" cy="1846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6C6463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3" name="Google Shape;103;p20"/>
          <p:cNvSpPr txBox="1"/>
          <p:nvPr>
            <p:ph idx="11" type="ftr"/>
          </p:nvPr>
        </p:nvSpPr>
        <p:spPr>
          <a:xfrm>
            <a:off x="3124200" y="6530079"/>
            <a:ext cx="2895600" cy="1846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6C6463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4" name="Google Shape;104;p20"/>
          <p:cNvSpPr txBox="1"/>
          <p:nvPr>
            <p:ph idx="12" type="sldNum"/>
          </p:nvPr>
        </p:nvSpPr>
        <p:spPr>
          <a:xfrm>
            <a:off x="6858000" y="6530079"/>
            <a:ext cx="2133600" cy="1846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5" name="Google Shape;105;p20"/>
          <p:cNvSpPr txBox="1"/>
          <p:nvPr>
            <p:ph type="title"/>
          </p:nvPr>
        </p:nvSpPr>
        <p:spPr>
          <a:xfrm>
            <a:off x="686104" y="457200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7B9"/>
              </a:buClr>
              <a:buSzPts val="2800"/>
              <a:buFont typeface="Gill Sans"/>
              <a:buNone/>
              <a:defRPr>
                <a:solidFill>
                  <a:srgbClr val="0067B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ue/Gray 3 Content">
  <p:cSld name="Blue/Gray 3 Content">
    <p:bg>
      <p:bgPr>
        <a:solidFill>
          <a:srgbClr val="E7E7E5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1"/>
          <p:cNvSpPr txBox="1"/>
          <p:nvPr>
            <p:ph idx="1" type="body"/>
          </p:nvPr>
        </p:nvSpPr>
        <p:spPr>
          <a:xfrm>
            <a:off x="686104" y="1600200"/>
            <a:ext cx="2514296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C6463"/>
              </a:buClr>
              <a:buSzPts val="2000"/>
              <a:buChar char="•"/>
              <a:defRPr sz="2000">
                <a:solidFill>
                  <a:srgbClr val="6C6463"/>
                </a:solidFill>
              </a:defRPr>
            </a:lvl1pPr>
            <a:lvl2pPr indent="-3429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6C6463"/>
              </a:buClr>
              <a:buSzPts val="1800"/>
              <a:buChar char="–"/>
              <a:defRPr sz="1800">
                <a:solidFill>
                  <a:srgbClr val="6C6463"/>
                </a:solidFill>
              </a:defRPr>
            </a:lvl2pPr>
            <a:lvl3pPr indent="-3302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6C6463"/>
              </a:buClr>
              <a:buSzPts val="1600"/>
              <a:buChar char="•"/>
              <a:defRPr sz="1600">
                <a:solidFill>
                  <a:srgbClr val="6C6463"/>
                </a:solidFill>
              </a:defRPr>
            </a:lvl3pPr>
            <a:lvl4pPr indent="-3175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6C6463"/>
              </a:buClr>
              <a:buSzPts val="1400"/>
              <a:buChar char="–"/>
              <a:defRPr sz="1400">
                <a:solidFill>
                  <a:srgbClr val="6C6463"/>
                </a:solidFill>
              </a:defRPr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FFFFFF"/>
              </a:buClr>
              <a:buSzPts val="1600"/>
              <a:buChar char="»"/>
              <a:defRPr sz="1600">
                <a:solidFill>
                  <a:srgbClr val="FFFFFF"/>
                </a:solidFill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5943600" y="1600200"/>
            <a:ext cx="2514904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C6463"/>
              </a:buClr>
              <a:buSzPts val="2000"/>
              <a:buChar char="•"/>
              <a:defRPr sz="2000">
                <a:solidFill>
                  <a:srgbClr val="6C6463"/>
                </a:solidFill>
              </a:defRPr>
            </a:lvl1pPr>
            <a:lvl2pPr indent="-3429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6C6463"/>
              </a:buClr>
              <a:buSzPts val="1800"/>
              <a:buChar char="–"/>
              <a:defRPr sz="1800">
                <a:solidFill>
                  <a:srgbClr val="6C6463"/>
                </a:solidFill>
              </a:defRPr>
            </a:lvl2pPr>
            <a:lvl3pPr indent="-3302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6C6463"/>
              </a:buClr>
              <a:buSzPts val="1600"/>
              <a:buChar char="•"/>
              <a:defRPr sz="1600">
                <a:solidFill>
                  <a:srgbClr val="6C6463"/>
                </a:solidFill>
              </a:defRPr>
            </a:lvl3pPr>
            <a:lvl4pPr indent="-3175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6C6463"/>
              </a:buClr>
              <a:buSzPts val="1400"/>
              <a:buChar char="–"/>
              <a:defRPr sz="1400">
                <a:solidFill>
                  <a:srgbClr val="6C6463"/>
                </a:solidFill>
              </a:defRPr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FFFFFF"/>
              </a:buClr>
              <a:buSzPts val="1600"/>
              <a:buChar char="»"/>
              <a:defRPr sz="1600">
                <a:solidFill>
                  <a:srgbClr val="FFFFFF"/>
                </a:solidFill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09" name="Google Shape;109;p21"/>
          <p:cNvSpPr txBox="1"/>
          <p:nvPr>
            <p:ph idx="10" type="dt"/>
          </p:nvPr>
        </p:nvSpPr>
        <p:spPr>
          <a:xfrm>
            <a:off x="152400" y="6530079"/>
            <a:ext cx="2133600" cy="1846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6C6463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0" name="Google Shape;110;p21"/>
          <p:cNvSpPr txBox="1"/>
          <p:nvPr>
            <p:ph idx="11" type="ftr"/>
          </p:nvPr>
        </p:nvSpPr>
        <p:spPr>
          <a:xfrm>
            <a:off x="3124200" y="6530079"/>
            <a:ext cx="2895600" cy="1846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6C6463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1" name="Google Shape;111;p21"/>
          <p:cNvSpPr txBox="1"/>
          <p:nvPr>
            <p:ph idx="12" type="sldNum"/>
          </p:nvPr>
        </p:nvSpPr>
        <p:spPr>
          <a:xfrm>
            <a:off x="6858000" y="6530079"/>
            <a:ext cx="2133600" cy="1846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2" name="Google Shape;112;p21"/>
          <p:cNvSpPr txBox="1"/>
          <p:nvPr>
            <p:ph type="title"/>
          </p:nvPr>
        </p:nvSpPr>
        <p:spPr>
          <a:xfrm>
            <a:off x="686104" y="457200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7B9"/>
              </a:buClr>
              <a:buSzPts val="2800"/>
              <a:buFont typeface="Gill Sans"/>
              <a:buNone/>
              <a:defRPr>
                <a:solidFill>
                  <a:srgbClr val="0067B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21"/>
          <p:cNvSpPr txBox="1"/>
          <p:nvPr>
            <p:ph idx="3" type="body"/>
          </p:nvPr>
        </p:nvSpPr>
        <p:spPr>
          <a:xfrm>
            <a:off x="3314548" y="1600200"/>
            <a:ext cx="2514904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C6463"/>
              </a:buClr>
              <a:buSzPts val="2000"/>
              <a:buChar char="•"/>
              <a:defRPr sz="2000">
                <a:solidFill>
                  <a:srgbClr val="6C6463"/>
                </a:solidFill>
              </a:defRPr>
            </a:lvl1pPr>
            <a:lvl2pPr indent="-3429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6C6463"/>
              </a:buClr>
              <a:buSzPts val="1800"/>
              <a:buChar char="–"/>
              <a:defRPr sz="1800">
                <a:solidFill>
                  <a:srgbClr val="6C6463"/>
                </a:solidFill>
              </a:defRPr>
            </a:lvl2pPr>
            <a:lvl3pPr indent="-3302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6C6463"/>
              </a:buClr>
              <a:buSzPts val="1600"/>
              <a:buChar char="•"/>
              <a:defRPr sz="1600">
                <a:solidFill>
                  <a:srgbClr val="6C6463"/>
                </a:solidFill>
              </a:defRPr>
            </a:lvl3pPr>
            <a:lvl4pPr indent="-3175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6C6463"/>
              </a:buClr>
              <a:buSzPts val="1400"/>
              <a:buChar char="–"/>
              <a:defRPr sz="1400">
                <a:solidFill>
                  <a:srgbClr val="6C6463"/>
                </a:solidFill>
              </a:defRPr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FFFFFF"/>
              </a:buClr>
              <a:buSzPts val="1600"/>
              <a:buChar char="»"/>
              <a:defRPr sz="1600">
                <a:solidFill>
                  <a:srgbClr val="FFFFFF"/>
                </a:solidFill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ue/Gray 1 Content + Bottom Photo">
  <p:cSld name="Blue/Gray 1 Content + Bottom Photo">
    <p:bg>
      <p:bgPr>
        <a:solidFill>
          <a:srgbClr val="E7E7E5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2"/>
          <p:cNvSpPr/>
          <p:nvPr>
            <p:ph idx="2" type="pic"/>
          </p:nvPr>
        </p:nvSpPr>
        <p:spPr>
          <a:xfrm>
            <a:off x="152400" y="3429000"/>
            <a:ext cx="8839200" cy="32766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16" name="Google Shape;116;p22"/>
          <p:cNvSpPr txBox="1"/>
          <p:nvPr>
            <p:ph idx="1" type="body"/>
          </p:nvPr>
        </p:nvSpPr>
        <p:spPr>
          <a:xfrm rot="-5400000">
            <a:off x="7527667" y="4708266"/>
            <a:ext cx="274320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indent="-228600" lvl="0" marL="4572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None/>
              <a:defRPr sz="600">
                <a:solidFill>
                  <a:srgbClr val="FFFFFF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7" name="Google Shape;117;p22"/>
          <p:cNvSpPr txBox="1"/>
          <p:nvPr>
            <p:ph idx="3" type="body"/>
          </p:nvPr>
        </p:nvSpPr>
        <p:spPr>
          <a:xfrm>
            <a:off x="685800" y="1600200"/>
            <a:ext cx="77724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C6463"/>
              </a:buClr>
              <a:buSzPts val="2000"/>
              <a:buChar char="•"/>
              <a:defRPr>
                <a:solidFill>
                  <a:srgbClr val="6C6463"/>
                </a:solidFill>
              </a:defRPr>
            </a:lvl1pPr>
            <a:lvl2pPr indent="-3556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6C6463"/>
              </a:buClr>
              <a:buSzPts val="2000"/>
              <a:buChar char="–"/>
              <a:defRPr>
                <a:solidFill>
                  <a:srgbClr val="6C6463"/>
                </a:solidFill>
              </a:defRPr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6C6463"/>
              </a:buClr>
              <a:buSzPts val="1800"/>
              <a:buChar char="•"/>
              <a:defRPr>
                <a:solidFill>
                  <a:srgbClr val="6C6463"/>
                </a:solidFill>
              </a:defRPr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6C6463"/>
              </a:buClr>
              <a:buSzPts val="1600"/>
              <a:buChar char="–"/>
              <a:defRPr>
                <a:solidFill>
                  <a:srgbClr val="6C6463"/>
                </a:solidFill>
              </a:defRPr>
            </a:lvl4pPr>
            <a:lvl5pPr indent="-3175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FFFFFF"/>
              </a:buClr>
              <a:buSzPts val="1400"/>
              <a:buChar char="»"/>
              <a:defRPr>
                <a:solidFill>
                  <a:srgbClr val="FFFFFF"/>
                </a:solidFill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8" name="Google Shape;118;p22"/>
          <p:cNvSpPr txBox="1"/>
          <p:nvPr>
            <p:ph idx="10" type="dt"/>
          </p:nvPr>
        </p:nvSpPr>
        <p:spPr>
          <a:xfrm>
            <a:off x="152400" y="6520934"/>
            <a:ext cx="2133600" cy="1846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9" name="Google Shape;119;p22"/>
          <p:cNvSpPr txBox="1"/>
          <p:nvPr>
            <p:ph idx="11" type="ftr"/>
          </p:nvPr>
        </p:nvSpPr>
        <p:spPr>
          <a:xfrm>
            <a:off x="3124200" y="6520934"/>
            <a:ext cx="2895600" cy="1846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0" name="Google Shape;120;p22"/>
          <p:cNvSpPr txBox="1"/>
          <p:nvPr>
            <p:ph idx="12" type="sldNum"/>
          </p:nvPr>
        </p:nvSpPr>
        <p:spPr>
          <a:xfrm>
            <a:off x="6858000" y="6520934"/>
            <a:ext cx="2133600" cy="1846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1" name="Google Shape;121;p22"/>
          <p:cNvSpPr txBox="1"/>
          <p:nvPr>
            <p:ph type="title"/>
          </p:nvPr>
        </p:nvSpPr>
        <p:spPr>
          <a:xfrm>
            <a:off x="686104" y="457200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7B9"/>
              </a:buClr>
              <a:buSzPts val="2800"/>
              <a:buFont typeface="Gill Sans"/>
              <a:buNone/>
              <a:defRPr>
                <a:solidFill>
                  <a:srgbClr val="0067B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ue/Gray 1 Content + Right Photo">
  <p:cSld name="Blue/Gray 1 Content + Right Photo">
    <p:bg>
      <p:bgPr>
        <a:solidFill>
          <a:srgbClr val="E7E7E5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3"/>
          <p:cNvSpPr/>
          <p:nvPr>
            <p:ph idx="2" type="pic"/>
          </p:nvPr>
        </p:nvSpPr>
        <p:spPr>
          <a:xfrm>
            <a:off x="4572000" y="152400"/>
            <a:ext cx="4419600" cy="655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24" name="Google Shape;124;p23"/>
          <p:cNvSpPr txBox="1"/>
          <p:nvPr>
            <p:ph idx="10" type="dt"/>
          </p:nvPr>
        </p:nvSpPr>
        <p:spPr>
          <a:xfrm>
            <a:off x="152400" y="6520934"/>
            <a:ext cx="2133600" cy="1846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00" u="none" cap="none" strike="noStrike"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5" name="Google Shape;125;p23"/>
          <p:cNvSpPr txBox="1"/>
          <p:nvPr>
            <p:ph idx="12" type="sldNum"/>
          </p:nvPr>
        </p:nvSpPr>
        <p:spPr>
          <a:xfrm>
            <a:off x="6858000" y="6520934"/>
            <a:ext cx="2133600" cy="1846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6" name="Google Shape;126;p23"/>
          <p:cNvSpPr txBox="1"/>
          <p:nvPr>
            <p:ph idx="1" type="body"/>
          </p:nvPr>
        </p:nvSpPr>
        <p:spPr>
          <a:xfrm>
            <a:off x="685800" y="2057400"/>
            <a:ext cx="36576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C6463"/>
              </a:buClr>
              <a:buSzPts val="2000"/>
              <a:buChar char="•"/>
              <a:defRPr sz="2000">
                <a:solidFill>
                  <a:srgbClr val="6C6463"/>
                </a:solidFill>
              </a:defRPr>
            </a:lvl1pPr>
            <a:lvl2pPr indent="-3429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6C6463"/>
              </a:buClr>
              <a:buSzPts val="1800"/>
              <a:buChar char="–"/>
              <a:defRPr sz="1800">
                <a:solidFill>
                  <a:srgbClr val="6C6463"/>
                </a:solidFill>
              </a:defRPr>
            </a:lvl2pPr>
            <a:lvl3pPr indent="-3302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6C6463"/>
              </a:buClr>
              <a:buSzPts val="1600"/>
              <a:buChar char="•"/>
              <a:defRPr sz="1600">
                <a:solidFill>
                  <a:srgbClr val="6C6463"/>
                </a:solidFill>
              </a:defRPr>
            </a:lvl3pPr>
            <a:lvl4pPr indent="-3175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6C6463"/>
              </a:buClr>
              <a:buSzPts val="1400"/>
              <a:buChar char="–"/>
              <a:defRPr sz="1400">
                <a:solidFill>
                  <a:srgbClr val="6C6463"/>
                </a:solidFill>
              </a:defRPr>
            </a:lvl4pPr>
            <a:lvl5pPr indent="-3175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FFFFFF"/>
              </a:buClr>
              <a:buSzPts val="1400"/>
              <a:buChar char="»"/>
              <a:defRPr>
                <a:solidFill>
                  <a:srgbClr val="FFFFFF"/>
                </a:solidFill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7" name="Google Shape;127;p23"/>
          <p:cNvSpPr txBox="1"/>
          <p:nvPr>
            <p:ph type="title"/>
          </p:nvPr>
        </p:nvSpPr>
        <p:spPr>
          <a:xfrm>
            <a:off x="685800" y="408204"/>
            <a:ext cx="3657296" cy="13898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7B9"/>
              </a:buClr>
              <a:buSzPts val="2800"/>
              <a:buFont typeface="Gill Sans"/>
              <a:buNone/>
              <a:defRPr>
                <a:solidFill>
                  <a:srgbClr val="0067B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23"/>
          <p:cNvSpPr txBox="1"/>
          <p:nvPr>
            <p:ph idx="3" type="body"/>
          </p:nvPr>
        </p:nvSpPr>
        <p:spPr>
          <a:xfrm rot="-5400000">
            <a:off x="7527667" y="1431666"/>
            <a:ext cx="274320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indent="-228600" lvl="0" marL="4572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None/>
              <a:defRPr sz="600">
                <a:solidFill>
                  <a:srgbClr val="FFFFFF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ue/Gray Title Only">
  <p:cSld name="Blue/Gray Title Only">
    <p:bg>
      <p:bgPr>
        <a:solidFill>
          <a:srgbClr val="E7E7E5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4"/>
          <p:cNvSpPr/>
          <p:nvPr>
            <p:ph idx="2" type="pic"/>
          </p:nvPr>
        </p:nvSpPr>
        <p:spPr>
          <a:xfrm>
            <a:off x="152400" y="152400"/>
            <a:ext cx="4419600" cy="655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31" name="Google Shape;131;p24"/>
          <p:cNvSpPr txBox="1"/>
          <p:nvPr>
            <p:ph idx="10" type="dt"/>
          </p:nvPr>
        </p:nvSpPr>
        <p:spPr>
          <a:xfrm>
            <a:off x="152400" y="6520934"/>
            <a:ext cx="2133600" cy="1846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2" name="Google Shape;132;p24"/>
          <p:cNvSpPr txBox="1"/>
          <p:nvPr>
            <p:ph idx="12" type="sldNum"/>
          </p:nvPr>
        </p:nvSpPr>
        <p:spPr>
          <a:xfrm>
            <a:off x="6858000" y="6520934"/>
            <a:ext cx="2133600" cy="1846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3" name="Google Shape;133;p24"/>
          <p:cNvSpPr txBox="1"/>
          <p:nvPr>
            <p:ph idx="1" type="body"/>
          </p:nvPr>
        </p:nvSpPr>
        <p:spPr>
          <a:xfrm rot="-5400000">
            <a:off x="3108067" y="1431666"/>
            <a:ext cx="274320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indent="-228600" lvl="0" marL="4572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None/>
              <a:defRPr sz="600">
                <a:solidFill>
                  <a:srgbClr val="FFFFFF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4" name="Google Shape;134;p24"/>
          <p:cNvSpPr txBox="1"/>
          <p:nvPr>
            <p:ph type="title"/>
          </p:nvPr>
        </p:nvSpPr>
        <p:spPr>
          <a:xfrm>
            <a:off x="4877104" y="2971800"/>
            <a:ext cx="3885896" cy="95410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7B9"/>
              </a:buClr>
              <a:buSzPts val="2800"/>
              <a:buFont typeface="Gill Sans"/>
              <a:buNone/>
              <a:defRPr>
                <a:solidFill>
                  <a:srgbClr val="0067B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ue/White 1 Content">
  <p:cSld name="Blue/White 1 Content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5"/>
          <p:cNvSpPr txBox="1"/>
          <p:nvPr>
            <p:ph idx="1" type="body"/>
          </p:nvPr>
        </p:nvSpPr>
        <p:spPr>
          <a:xfrm>
            <a:off x="685800" y="1600200"/>
            <a:ext cx="7772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35C5B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635C5B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6C6463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6C6463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6C6463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7" name="Google Shape;137;p25"/>
          <p:cNvSpPr txBox="1"/>
          <p:nvPr>
            <p:ph idx="10" type="dt"/>
          </p:nvPr>
        </p:nvSpPr>
        <p:spPr>
          <a:xfrm>
            <a:off x="152400" y="6520934"/>
            <a:ext cx="2133600" cy="1846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00" u="none" cap="none" strike="noStrike"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8" name="Google Shape;138;p25"/>
          <p:cNvSpPr txBox="1"/>
          <p:nvPr>
            <p:ph idx="11" type="ftr"/>
          </p:nvPr>
        </p:nvSpPr>
        <p:spPr>
          <a:xfrm>
            <a:off x="3124200" y="6520934"/>
            <a:ext cx="2895600" cy="1846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00" u="none" cap="none" strike="noStrike"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9" name="Google Shape;139;p25"/>
          <p:cNvSpPr txBox="1"/>
          <p:nvPr>
            <p:ph idx="12" type="sldNum"/>
          </p:nvPr>
        </p:nvSpPr>
        <p:spPr>
          <a:xfrm>
            <a:off x="6858000" y="6520934"/>
            <a:ext cx="2133600" cy="1846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0" name="Google Shape;140;p25"/>
          <p:cNvSpPr txBox="1"/>
          <p:nvPr>
            <p:ph type="title"/>
          </p:nvPr>
        </p:nvSpPr>
        <p:spPr>
          <a:xfrm>
            <a:off x="686104" y="457200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7B9"/>
              </a:buClr>
              <a:buSzPts val="2800"/>
              <a:buFont typeface="Gill Sans"/>
              <a:buNone/>
              <a:defRPr>
                <a:solidFill>
                  <a:srgbClr val="0067B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ue/White 2 Content">
  <p:cSld name="Blue/White 2 Content">
    <p:bg>
      <p:bgPr>
        <a:solidFill>
          <a:schemeClr val="lt1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6"/>
          <p:cNvSpPr txBox="1"/>
          <p:nvPr>
            <p:ph idx="1" type="body"/>
          </p:nvPr>
        </p:nvSpPr>
        <p:spPr>
          <a:xfrm>
            <a:off x="686104" y="1600200"/>
            <a:ext cx="3809696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C6463"/>
              </a:buClr>
              <a:buSzPts val="2000"/>
              <a:buChar char="•"/>
              <a:defRPr sz="2000">
                <a:solidFill>
                  <a:srgbClr val="6C6463"/>
                </a:solidFill>
              </a:defRPr>
            </a:lvl1pPr>
            <a:lvl2pPr indent="-3429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6C6463"/>
              </a:buClr>
              <a:buSzPts val="1800"/>
              <a:buChar char="–"/>
              <a:defRPr sz="1800">
                <a:solidFill>
                  <a:srgbClr val="6C6463"/>
                </a:solidFill>
              </a:defRPr>
            </a:lvl2pPr>
            <a:lvl3pPr indent="-3302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6C6463"/>
              </a:buClr>
              <a:buSzPts val="1600"/>
              <a:buChar char="•"/>
              <a:defRPr sz="1600">
                <a:solidFill>
                  <a:srgbClr val="6C6463"/>
                </a:solidFill>
              </a:defRPr>
            </a:lvl3pPr>
            <a:lvl4pPr indent="-3175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6C6463"/>
              </a:buClr>
              <a:buSzPts val="1400"/>
              <a:buChar char="–"/>
              <a:defRPr sz="1400">
                <a:solidFill>
                  <a:srgbClr val="6C6463"/>
                </a:solidFill>
              </a:defRPr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6C6463"/>
              </a:buClr>
              <a:buSzPts val="1600"/>
              <a:buChar char="»"/>
              <a:defRPr sz="1600">
                <a:solidFill>
                  <a:srgbClr val="6C6463"/>
                </a:solidFill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43" name="Google Shape;143;p26"/>
          <p:cNvSpPr txBox="1"/>
          <p:nvPr>
            <p:ph idx="2" type="body"/>
          </p:nvPr>
        </p:nvSpPr>
        <p:spPr>
          <a:xfrm>
            <a:off x="4648200" y="1600200"/>
            <a:ext cx="3810304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C6463"/>
              </a:buClr>
              <a:buSzPts val="2000"/>
              <a:buChar char="•"/>
              <a:defRPr sz="2000">
                <a:solidFill>
                  <a:srgbClr val="6C6463"/>
                </a:solidFill>
              </a:defRPr>
            </a:lvl1pPr>
            <a:lvl2pPr indent="-3429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6C6463"/>
              </a:buClr>
              <a:buSzPts val="1800"/>
              <a:buChar char="–"/>
              <a:defRPr sz="1800">
                <a:solidFill>
                  <a:srgbClr val="6C6463"/>
                </a:solidFill>
              </a:defRPr>
            </a:lvl2pPr>
            <a:lvl3pPr indent="-3302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6C6463"/>
              </a:buClr>
              <a:buSzPts val="1600"/>
              <a:buChar char="•"/>
              <a:defRPr sz="1600">
                <a:solidFill>
                  <a:srgbClr val="6C6463"/>
                </a:solidFill>
              </a:defRPr>
            </a:lvl3pPr>
            <a:lvl4pPr indent="-3175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6C6463"/>
              </a:buClr>
              <a:buSzPts val="1400"/>
              <a:buChar char="–"/>
              <a:defRPr sz="1400">
                <a:solidFill>
                  <a:srgbClr val="6C6463"/>
                </a:solidFill>
              </a:defRPr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6C6463"/>
              </a:buClr>
              <a:buSzPts val="1600"/>
              <a:buChar char="»"/>
              <a:defRPr sz="1600">
                <a:solidFill>
                  <a:srgbClr val="6C6463"/>
                </a:solidFill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44" name="Google Shape;144;p26"/>
          <p:cNvSpPr txBox="1"/>
          <p:nvPr>
            <p:ph idx="10" type="dt"/>
          </p:nvPr>
        </p:nvSpPr>
        <p:spPr>
          <a:xfrm>
            <a:off x="152400" y="6530079"/>
            <a:ext cx="2133600" cy="1846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6C6463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5" name="Google Shape;145;p26"/>
          <p:cNvSpPr txBox="1"/>
          <p:nvPr>
            <p:ph idx="11" type="ftr"/>
          </p:nvPr>
        </p:nvSpPr>
        <p:spPr>
          <a:xfrm>
            <a:off x="3124200" y="6530079"/>
            <a:ext cx="2895600" cy="1846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6C6463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6" name="Google Shape;146;p26"/>
          <p:cNvSpPr txBox="1"/>
          <p:nvPr>
            <p:ph idx="12" type="sldNum"/>
          </p:nvPr>
        </p:nvSpPr>
        <p:spPr>
          <a:xfrm>
            <a:off x="6858000" y="6530079"/>
            <a:ext cx="2133600" cy="1846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7" name="Google Shape;147;p26"/>
          <p:cNvSpPr txBox="1"/>
          <p:nvPr>
            <p:ph type="title"/>
          </p:nvPr>
        </p:nvSpPr>
        <p:spPr>
          <a:xfrm>
            <a:off x="686104" y="457200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7B9"/>
              </a:buClr>
              <a:buSzPts val="2800"/>
              <a:buFont typeface="Gill Sans"/>
              <a:buNone/>
              <a:defRPr>
                <a:solidFill>
                  <a:srgbClr val="0067B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ue/White 3 Content">
  <p:cSld name="Blue/White 3 Content">
    <p:bg>
      <p:bgPr>
        <a:solidFill>
          <a:schemeClr val="lt1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7"/>
          <p:cNvSpPr txBox="1"/>
          <p:nvPr>
            <p:ph idx="1" type="body"/>
          </p:nvPr>
        </p:nvSpPr>
        <p:spPr>
          <a:xfrm>
            <a:off x="686104" y="1600200"/>
            <a:ext cx="2514296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C6463"/>
              </a:buClr>
              <a:buSzPts val="2000"/>
              <a:buChar char="•"/>
              <a:defRPr sz="2000">
                <a:solidFill>
                  <a:srgbClr val="6C6463"/>
                </a:solidFill>
              </a:defRPr>
            </a:lvl1pPr>
            <a:lvl2pPr indent="-3429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6C6463"/>
              </a:buClr>
              <a:buSzPts val="1800"/>
              <a:buChar char="–"/>
              <a:defRPr sz="1800">
                <a:solidFill>
                  <a:srgbClr val="6C6463"/>
                </a:solidFill>
              </a:defRPr>
            </a:lvl2pPr>
            <a:lvl3pPr indent="-3302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6C6463"/>
              </a:buClr>
              <a:buSzPts val="1600"/>
              <a:buChar char="•"/>
              <a:defRPr sz="1600">
                <a:solidFill>
                  <a:srgbClr val="6C6463"/>
                </a:solidFill>
              </a:defRPr>
            </a:lvl3pPr>
            <a:lvl4pPr indent="-3175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6C6463"/>
              </a:buClr>
              <a:buSzPts val="1400"/>
              <a:buChar char="–"/>
              <a:defRPr sz="1400">
                <a:solidFill>
                  <a:srgbClr val="6C6463"/>
                </a:solidFill>
              </a:defRPr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FFFFFF"/>
              </a:buClr>
              <a:buSzPts val="1600"/>
              <a:buChar char="»"/>
              <a:defRPr sz="1600">
                <a:solidFill>
                  <a:srgbClr val="FFFFFF"/>
                </a:solidFill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50" name="Google Shape;150;p27"/>
          <p:cNvSpPr txBox="1"/>
          <p:nvPr>
            <p:ph idx="2" type="body"/>
          </p:nvPr>
        </p:nvSpPr>
        <p:spPr>
          <a:xfrm>
            <a:off x="5943600" y="1600200"/>
            <a:ext cx="2514904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C6463"/>
              </a:buClr>
              <a:buSzPts val="2000"/>
              <a:buChar char="•"/>
              <a:defRPr sz="2000">
                <a:solidFill>
                  <a:srgbClr val="6C6463"/>
                </a:solidFill>
              </a:defRPr>
            </a:lvl1pPr>
            <a:lvl2pPr indent="-3429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6C6463"/>
              </a:buClr>
              <a:buSzPts val="1800"/>
              <a:buChar char="–"/>
              <a:defRPr sz="1800">
                <a:solidFill>
                  <a:srgbClr val="6C6463"/>
                </a:solidFill>
              </a:defRPr>
            </a:lvl2pPr>
            <a:lvl3pPr indent="-3302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6C6463"/>
              </a:buClr>
              <a:buSzPts val="1600"/>
              <a:buChar char="•"/>
              <a:defRPr sz="1600">
                <a:solidFill>
                  <a:srgbClr val="6C6463"/>
                </a:solidFill>
              </a:defRPr>
            </a:lvl3pPr>
            <a:lvl4pPr indent="-3175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6C6463"/>
              </a:buClr>
              <a:buSzPts val="1400"/>
              <a:buChar char="–"/>
              <a:defRPr sz="1400">
                <a:solidFill>
                  <a:srgbClr val="6C6463"/>
                </a:solidFill>
              </a:defRPr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FFFFFF"/>
              </a:buClr>
              <a:buSzPts val="1600"/>
              <a:buChar char="»"/>
              <a:defRPr sz="1600">
                <a:solidFill>
                  <a:srgbClr val="FFFFFF"/>
                </a:solidFill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51" name="Google Shape;151;p27"/>
          <p:cNvSpPr txBox="1"/>
          <p:nvPr>
            <p:ph idx="10" type="dt"/>
          </p:nvPr>
        </p:nvSpPr>
        <p:spPr>
          <a:xfrm>
            <a:off x="152400" y="6530079"/>
            <a:ext cx="2133600" cy="1846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6C6463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2" name="Google Shape;152;p27"/>
          <p:cNvSpPr txBox="1"/>
          <p:nvPr>
            <p:ph idx="11" type="ftr"/>
          </p:nvPr>
        </p:nvSpPr>
        <p:spPr>
          <a:xfrm>
            <a:off x="3124200" y="6530079"/>
            <a:ext cx="2895600" cy="1846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6C6463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3" name="Google Shape;153;p27"/>
          <p:cNvSpPr txBox="1"/>
          <p:nvPr>
            <p:ph idx="12" type="sldNum"/>
          </p:nvPr>
        </p:nvSpPr>
        <p:spPr>
          <a:xfrm>
            <a:off x="6858000" y="6530079"/>
            <a:ext cx="2133600" cy="1846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4" name="Google Shape;154;p27"/>
          <p:cNvSpPr txBox="1"/>
          <p:nvPr>
            <p:ph type="title"/>
          </p:nvPr>
        </p:nvSpPr>
        <p:spPr>
          <a:xfrm>
            <a:off x="686104" y="457200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7B9"/>
              </a:buClr>
              <a:buSzPts val="2800"/>
              <a:buFont typeface="Gill Sans"/>
              <a:buNone/>
              <a:defRPr>
                <a:solidFill>
                  <a:srgbClr val="0067B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5" name="Google Shape;155;p27"/>
          <p:cNvSpPr txBox="1"/>
          <p:nvPr>
            <p:ph idx="3" type="body"/>
          </p:nvPr>
        </p:nvSpPr>
        <p:spPr>
          <a:xfrm>
            <a:off x="3314548" y="1600200"/>
            <a:ext cx="2514904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C6463"/>
              </a:buClr>
              <a:buSzPts val="2000"/>
              <a:buChar char="•"/>
              <a:defRPr sz="2000">
                <a:solidFill>
                  <a:srgbClr val="6C6463"/>
                </a:solidFill>
              </a:defRPr>
            </a:lvl1pPr>
            <a:lvl2pPr indent="-3429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6C6463"/>
              </a:buClr>
              <a:buSzPts val="1800"/>
              <a:buChar char="–"/>
              <a:defRPr sz="1800">
                <a:solidFill>
                  <a:srgbClr val="6C6463"/>
                </a:solidFill>
              </a:defRPr>
            </a:lvl2pPr>
            <a:lvl3pPr indent="-3302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6C6463"/>
              </a:buClr>
              <a:buSzPts val="1600"/>
              <a:buChar char="•"/>
              <a:defRPr sz="1600">
                <a:solidFill>
                  <a:srgbClr val="6C6463"/>
                </a:solidFill>
              </a:defRPr>
            </a:lvl3pPr>
            <a:lvl4pPr indent="-3175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6C6463"/>
              </a:buClr>
              <a:buSzPts val="1400"/>
              <a:buChar char="–"/>
              <a:defRPr sz="1400">
                <a:solidFill>
                  <a:srgbClr val="6C6463"/>
                </a:solidFill>
              </a:defRPr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FFFFFF"/>
              </a:buClr>
              <a:buSzPts val="1600"/>
              <a:buChar char="»"/>
              <a:defRPr sz="1600">
                <a:solidFill>
                  <a:srgbClr val="FFFFFF"/>
                </a:solidFill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ue/White 1 Content + Bottom Photo">
  <p:cSld name="Blue/White 1 Content + Bottom Photo">
    <p:bg>
      <p:bgPr>
        <a:solidFill>
          <a:schemeClr val="lt1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8"/>
          <p:cNvSpPr/>
          <p:nvPr>
            <p:ph idx="2" type="pic"/>
          </p:nvPr>
        </p:nvSpPr>
        <p:spPr>
          <a:xfrm>
            <a:off x="152400" y="3429000"/>
            <a:ext cx="8839200" cy="3276600"/>
          </a:xfrm>
          <a:prstGeom prst="rect">
            <a:avLst/>
          </a:prstGeom>
          <a:solidFill>
            <a:srgbClr val="E7E7E5"/>
          </a:solidFill>
          <a:ln>
            <a:noFill/>
          </a:ln>
        </p:spPr>
      </p:sp>
      <p:sp>
        <p:nvSpPr>
          <p:cNvPr id="158" name="Google Shape;158;p28"/>
          <p:cNvSpPr txBox="1"/>
          <p:nvPr>
            <p:ph idx="1" type="body"/>
          </p:nvPr>
        </p:nvSpPr>
        <p:spPr>
          <a:xfrm rot="-5400000">
            <a:off x="7527667" y="4708266"/>
            <a:ext cx="274320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indent="-228600" lvl="0" marL="4572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None/>
              <a:defRPr sz="600">
                <a:solidFill>
                  <a:srgbClr val="FFFFFF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9" name="Google Shape;159;p28"/>
          <p:cNvSpPr txBox="1"/>
          <p:nvPr>
            <p:ph idx="3" type="body"/>
          </p:nvPr>
        </p:nvSpPr>
        <p:spPr>
          <a:xfrm>
            <a:off x="685800" y="1600200"/>
            <a:ext cx="77724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C6463"/>
              </a:buClr>
              <a:buSzPts val="2000"/>
              <a:buChar char="•"/>
              <a:defRPr>
                <a:solidFill>
                  <a:srgbClr val="6C6463"/>
                </a:solidFill>
              </a:defRPr>
            </a:lvl1pPr>
            <a:lvl2pPr indent="-3556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6C6463"/>
              </a:buClr>
              <a:buSzPts val="2000"/>
              <a:buChar char="–"/>
              <a:defRPr>
                <a:solidFill>
                  <a:srgbClr val="6C6463"/>
                </a:solidFill>
              </a:defRPr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6C6463"/>
              </a:buClr>
              <a:buSzPts val="1800"/>
              <a:buChar char="•"/>
              <a:defRPr>
                <a:solidFill>
                  <a:srgbClr val="6C6463"/>
                </a:solidFill>
              </a:defRPr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6C6463"/>
              </a:buClr>
              <a:buSzPts val="1600"/>
              <a:buChar char="–"/>
              <a:defRPr>
                <a:solidFill>
                  <a:srgbClr val="6C6463"/>
                </a:solidFill>
              </a:defRPr>
            </a:lvl4pPr>
            <a:lvl5pPr indent="-3175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FFFFFF"/>
              </a:buClr>
              <a:buSzPts val="1400"/>
              <a:buChar char="»"/>
              <a:defRPr>
                <a:solidFill>
                  <a:srgbClr val="FFFFFF"/>
                </a:solidFill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0" name="Google Shape;160;p28"/>
          <p:cNvSpPr txBox="1"/>
          <p:nvPr>
            <p:ph idx="10" type="dt"/>
          </p:nvPr>
        </p:nvSpPr>
        <p:spPr>
          <a:xfrm>
            <a:off x="152400" y="6520934"/>
            <a:ext cx="2133600" cy="1846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1" name="Google Shape;161;p28"/>
          <p:cNvSpPr txBox="1"/>
          <p:nvPr>
            <p:ph idx="11" type="ftr"/>
          </p:nvPr>
        </p:nvSpPr>
        <p:spPr>
          <a:xfrm>
            <a:off x="3124200" y="6520934"/>
            <a:ext cx="2895600" cy="1846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2" name="Google Shape;162;p28"/>
          <p:cNvSpPr txBox="1"/>
          <p:nvPr>
            <p:ph idx="12" type="sldNum"/>
          </p:nvPr>
        </p:nvSpPr>
        <p:spPr>
          <a:xfrm>
            <a:off x="6858000" y="6520934"/>
            <a:ext cx="2133600" cy="1846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3" name="Google Shape;163;p28"/>
          <p:cNvSpPr txBox="1"/>
          <p:nvPr>
            <p:ph type="title"/>
          </p:nvPr>
        </p:nvSpPr>
        <p:spPr>
          <a:xfrm>
            <a:off x="686104" y="457200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7B9"/>
              </a:buClr>
              <a:buSzPts val="2800"/>
              <a:buFont typeface="Gill Sans"/>
              <a:buNone/>
              <a:defRPr>
                <a:solidFill>
                  <a:srgbClr val="0067B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ue/White 1 Content + Right Photo">
  <p:cSld name="Blue/White 1 Content + Right Photo">
    <p:bg>
      <p:bgPr>
        <a:solidFill>
          <a:schemeClr val="lt1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9"/>
          <p:cNvSpPr/>
          <p:nvPr>
            <p:ph idx="2" type="pic"/>
          </p:nvPr>
        </p:nvSpPr>
        <p:spPr>
          <a:xfrm>
            <a:off x="4572000" y="152400"/>
            <a:ext cx="4419600" cy="6553200"/>
          </a:xfrm>
          <a:prstGeom prst="rect">
            <a:avLst/>
          </a:prstGeom>
          <a:solidFill>
            <a:srgbClr val="E7E7E5"/>
          </a:solidFill>
          <a:ln>
            <a:noFill/>
          </a:ln>
        </p:spPr>
      </p:sp>
      <p:sp>
        <p:nvSpPr>
          <p:cNvPr id="166" name="Google Shape;166;p29"/>
          <p:cNvSpPr txBox="1"/>
          <p:nvPr>
            <p:ph idx="10" type="dt"/>
          </p:nvPr>
        </p:nvSpPr>
        <p:spPr>
          <a:xfrm>
            <a:off x="152400" y="6520934"/>
            <a:ext cx="2133600" cy="1846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00" u="none" cap="none" strike="noStrike"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7" name="Google Shape;167;p29"/>
          <p:cNvSpPr txBox="1"/>
          <p:nvPr>
            <p:ph idx="12" type="sldNum"/>
          </p:nvPr>
        </p:nvSpPr>
        <p:spPr>
          <a:xfrm>
            <a:off x="6858000" y="6520934"/>
            <a:ext cx="2133600" cy="1846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8" name="Google Shape;168;p29"/>
          <p:cNvSpPr txBox="1"/>
          <p:nvPr>
            <p:ph idx="1" type="body"/>
          </p:nvPr>
        </p:nvSpPr>
        <p:spPr>
          <a:xfrm>
            <a:off x="685800" y="2057400"/>
            <a:ext cx="36576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C6463"/>
              </a:buClr>
              <a:buSzPts val="2000"/>
              <a:buChar char="•"/>
              <a:defRPr sz="2000">
                <a:solidFill>
                  <a:srgbClr val="6C6463"/>
                </a:solidFill>
              </a:defRPr>
            </a:lvl1pPr>
            <a:lvl2pPr indent="-3429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6C6463"/>
              </a:buClr>
              <a:buSzPts val="1800"/>
              <a:buChar char="–"/>
              <a:defRPr sz="1800">
                <a:solidFill>
                  <a:srgbClr val="6C6463"/>
                </a:solidFill>
              </a:defRPr>
            </a:lvl2pPr>
            <a:lvl3pPr indent="-3302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6C6463"/>
              </a:buClr>
              <a:buSzPts val="1600"/>
              <a:buChar char="•"/>
              <a:defRPr sz="1600">
                <a:solidFill>
                  <a:srgbClr val="6C6463"/>
                </a:solidFill>
              </a:defRPr>
            </a:lvl3pPr>
            <a:lvl4pPr indent="-3175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6C6463"/>
              </a:buClr>
              <a:buSzPts val="1400"/>
              <a:buChar char="–"/>
              <a:defRPr sz="1400">
                <a:solidFill>
                  <a:srgbClr val="6C6463"/>
                </a:solidFill>
              </a:defRPr>
            </a:lvl4pPr>
            <a:lvl5pPr indent="-3175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FFFFFF"/>
              </a:buClr>
              <a:buSzPts val="1400"/>
              <a:buChar char="»"/>
              <a:defRPr>
                <a:solidFill>
                  <a:srgbClr val="FFFFFF"/>
                </a:solidFill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9" name="Google Shape;169;p29"/>
          <p:cNvSpPr txBox="1"/>
          <p:nvPr>
            <p:ph type="title"/>
          </p:nvPr>
        </p:nvSpPr>
        <p:spPr>
          <a:xfrm>
            <a:off x="685800" y="408204"/>
            <a:ext cx="3657296" cy="13898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7B9"/>
              </a:buClr>
              <a:buSzPts val="2800"/>
              <a:buFont typeface="Gill Sans"/>
              <a:buNone/>
              <a:defRPr>
                <a:solidFill>
                  <a:srgbClr val="0067B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0" name="Google Shape;170;p29"/>
          <p:cNvSpPr txBox="1"/>
          <p:nvPr>
            <p:ph idx="3" type="body"/>
          </p:nvPr>
        </p:nvSpPr>
        <p:spPr>
          <a:xfrm rot="-5400000">
            <a:off x="7527667" y="1431666"/>
            <a:ext cx="274320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indent="-228600" lvl="0" marL="4572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None/>
              <a:defRPr sz="600">
                <a:solidFill>
                  <a:srgbClr val="FFFFFF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ue/White Title + Left Photo">
  <p:cSld name="Blue/White Title + Left Photo">
    <p:bg>
      <p:bgPr>
        <a:solidFill>
          <a:schemeClr val="lt1"/>
        </a:solid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0"/>
          <p:cNvSpPr/>
          <p:nvPr>
            <p:ph idx="2" type="pic"/>
          </p:nvPr>
        </p:nvSpPr>
        <p:spPr>
          <a:xfrm>
            <a:off x="152400" y="152400"/>
            <a:ext cx="4419600" cy="6553200"/>
          </a:xfrm>
          <a:prstGeom prst="rect">
            <a:avLst/>
          </a:prstGeom>
          <a:solidFill>
            <a:srgbClr val="E7E7E5"/>
          </a:solidFill>
          <a:ln>
            <a:noFill/>
          </a:ln>
        </p:spPr>
      </p:sp>
      <p:sp>
        <p:nvSpPr>
          <p:cNvPr id="173" name="Google Shape;173;p30"/>
          <p:cNvSpPr txBox="1"/>
          <p:nvPr>
            <p:ph idx="10" type="dt"/>
          </p:nvPr>
        </p:nvSpPr>
        <p:spPr>
          <a:xfrm>
            <a:off x="152400" y="6520934"/>
            <a:ext cx="2133600" cy="1846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4" name="Google Shape;174;p30"/>
          <p:cNvSpPr txBox="1"/>
          <p:nvPr>
            <p:ph idx="12" type="sldNum"/>
          </p:nvPr>
        </p:nvSpPr>
        <p:spPr>
          <a:xfrm>
            <a:off x="6858000" y="6520934"/>
            <a:ext cx="2133600" cy="1846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5" name="Google Shape;175;p30"/>
          <p:cNvSpPr txBox="1"/>
          <p:nvPr>
            <p:ph idx="1" type="body"/>
          </p:nvPr>
        </p:nvSpPr>
        <p:spPr>
          <a:xfrm rot="-5400000">
            <a:off x="3108067" y="1431666"/>
            <a:ext cx="274320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indent="-228600" lvl="0" marL="4572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None/>
              <a:defRPr sz="600">
                <a:solidFill>
                  <a:srgbClr val="FFFFFF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6" name="Google Shape;176;p30"/>
          <p:cNvSpPr txBox="1"/>
          <p:nvPr>
            <p:ph type="title"/>
          </p:nvPr>
        </p:nvSpPr>
        <p:spPr>
          <a:xfrm>
            <a:off x="4877104" y="2971800"/>
            <a:ext cx="3885896" cy="95410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7B9"/>
              </a:buClr>
              <a:buSzPts val="2800"/>
              <a:buFont typeface="Gill Sans"/>
              <a:buNone/>
              <a:defRPr>
                <a:solidFill>
                  <a:srgbClr val="0067B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Red/Gray 1 Content + Right Photo">
  <p:cSld name="1_Red/Gray 1 Content + Right Photo">
    <p:bg>
      <p:bgPr>
        <a:solidFill>
          <a:srgbClr val="E7E7E5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1"/>
          <p:cNvSpPr txBox="1"/>
          <p:nvPr>
            <p:ph idx="10" type="dt"/>
          </p:nvPr>
        </p:nvSpPr>
        <p:spPr>
          <a:xfrm>
            <a:off x="152400" y="6520934"/>
            <a:ext cx="2133600" cy="1846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00" u="none" cap="none" strike="noStrike"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9" name="Google Shape;179;p31"/>
          <p:cNvSpPr txBox="1"/>
          <p:nvPr>
            <p:ph idx="12" type="sldNum"/>
          </p:nvPr>
        </p:nvSpPr>
        <p:spPr>
          <a:xfrm>
            <a:off x="6858000" y="6520934"/>
            <a:ext cx="2133600" cy="1846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0" name="Google Shape;180;p31"/>
          <p:cNvSpPr txBox="1"/>
          <p:nvPr>
            <p:ph idx="1" type="body"/>
          </p:nvPr>
        </p:nvSpPr>
        <p:spPr>
          <a:xfrm>
            <a:off x="685800" y="2057401"/>
            <a:ext cx="3657600" cy="411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  <a:defRPr sz="2000">
                <a:solidFill>
                  <a:srgbClr val="6C6463"/>
                </a:solidFill>
              </a:defRPr>
            </a:lvl1pPr>
            <a:lvl2pPr indent="-3556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000"/>
              <a:buChar char="–"/>
              <a:defRPr sz="1800">
                <a:solidFill>
                  <a:srgbClr val="6C6463"/>
                </a:solidFill>
              </a:defRPr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 sz="1600">
                <a:solidFill>
                  <a:srgbClr val="6C6463"/>
                </a:solidFill>
              </a:defRPr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–"/>
              <a:defRPr sz="1400">
                <a:solidFill>
                  <a:srgbClr val="6C6463"/>
                </a:solidFill>
              </a:defRPr>
            </a:lvl4pPr>
            <a:lvl5pPr indent="-3175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Char char="»"/>
              <a:defRPr>
                <a:solidFill>
                  <a:srgbClr val="FFFFFF"/>
                </a:solidFill>
              </a:defRPr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9pPr>
          </a:lstStyle>
          <a:p/>
        </p:txBody>
      </p:sp>
      <p:sp>
        <p:nvSpPr>
          <p:cNvPr id="181" name="Google Shape;181;p31"/>
          <p:cNvSpPr txBox="1"/>
          <p:nvPr>
            <p:ph type="title"/>
          </p:nvPr>
        </p:nvSpPr>
        <p:spPr>
          <a:xfrm>
            <a:off x="685800" y="843985"/>
            <a:ext cx="3657296" cy="95410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cap="none">
                <a:solidFill>
                  <a:srgbClr val="BA0C2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2" name="Google Shape;182;p31"/>
          <p:cNvSpPr txBox="1"/>
          <p:nvPr>
            <p:ph idx="2" type="body"/>
          </p:nvPr>
        </p:nvSpPr>
        <p:spPr>
          <a:xfrm rot="-5400000">
            <a:off x="7527667" y="1431666"/>
            <a:ext cx="274320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indent="-228600" lvl="0" marL="4572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600">
                <a:solidFill>
                  <a:srgbClr val="FFFFFF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sz="18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 sz="16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sz="14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lt1"/>
                </a:solidFill>
              </a:defRPr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9pPr>
          </a:lstStyle>
          <a:p/>
        </p:txBody>
      </p:sp>
      <p:sp>
        <p:nvSpPr>
          <p:cNvPr id="183" name="Google Shape;183;p31"/>
          <p:cNvSpPr/>
          <p:nvPr/>
        </p:nvSpPr>
        <p:spPr>
          <a:xfrm>
            <a:off x="4572000" y="0"/>
            <a:ext cx="457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theme" Target="../theme/theme2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7E7E5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686104" y="457200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A0C2F"/>
              </a:buClr>
              <a:buSzPts val="2800"/>
              <a:buFont typeface="Gill Sans"/>
              <a:buNone/>
              <a:defRPr b="0" i="0" sz="2800" u="none" cap="none" strike="noStrike">
                <a:solidFill>
                  <a:srgbClr val="BA0C2F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685800" y="1600200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35C5B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rgbClr val="635C5B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355600" lvl="1" marL="9144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635C5B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rgbClr val="635C5B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-342900" lvl="2" marL="13716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6C6463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-330200" lvl="3" marL="18288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6C6463"/>
              </a:buClr>
              <a:buSzPts val="1600"/>
              <a:buFont typeface="Arial"/>
              <a:buChar char="–"/>
              <a:defRPr b="0" i="0" sz="1600" u="none" cap="none" strike="noStrike"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6C6463"/>
              </a:buClr>
              <a:buSzPts val="1400"/>
              <a:buFont typeface="Arial"/>
              <a:buChar char="»"/>
              <a:defRPr b="0" i="0" sz="1400" u="none" cap="none" strike="noStrike">
                <a:solidFill>
                  <a:srgbClr val="6C6463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12" name="Google Shape;12;p1"/>
          <p:cNvSpPr/>
          <p:nvPr/>
        </p:nvSpPr>
        <p:spPr>
          <a:xfrm>
            <a:off x="0" y="0"/>
            <a:ext cx="9144000" cy="6858000"/>
          </a:xfrm>
          <a:prstGeom prst="frame">
            <a:avLst>
              <a:gd fmla="val 2222" name="adj1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32"/>
          <p:cNvSpPr txBox="1"/>
          <p:nvPr/>
        </p:nvSpPr>
        <p:spPr>
          <a:xfrm>
            <a:off x="152400" y="3100211"/>
            <a:ext cx="8839200" cy="2369839"/>
          </a:xfrm>
          <a:prstGeom prst="rect">
            <a:avLst/>
          </a:prstGeom>
          <a:solidFill>
            <a:schemeClr val="dk1">
              <a:alpha val="46274"/>
            </a:schemeClr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Gill Sans"/>
              <a:buNone/>
            </a:pPr>
            <a:r>
              <a:t/>
            </a:r>
            <a:endParaRPr b="0" i="0" sz="37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Gill Sans"/>
              <a:buNone/>
            </a:pPr>
            <a:r>
              <a:t/>
            </a:r>
            <a:endParaRPr b="0" i="0" sz="37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Gill Sans"/>
              <a:buNone/>
            </a:pPr>
            <a:r>
              <a:t/>
            </a:r>
            <a:endParaRPr b="0" i="0" sz="37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Gill Sans"/>
              <a:buNone/>
            </a:pPr>
            <a:r>
              <a:t/>
            </a:r>
            <a:endParaRPr b="0" i="0" sz="37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89" name="Google Shape;189;p32"/>
          <p:cNvSpPr txBox="1"/>
          <p:nvPr>
            <p:ph type="ctrTitle"/>
          </p:nvPr>
        </p:nvSpPr>
        <p:spPr>
          <a:xfrm>
            <a:off x="685800" y="3406698"/>
            <a:ext cx="7767320" cy="7997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22605"/>
              <a:buFont typeface="Gill Sans"/>
              <a:buNone/>
            </a:pPr>
            <a:r>
              <a:rPr b="1" i="0" lang="en-US" sz="2900" u="none" cap="none" strike="noStrike">
                <a:solidFill>
                  <a:schemeClr val="lt1"/>
                </a:solidFill>
              </a:rPr>
              <a:t>WOMEN’S POLITICAL PARTICIPATION AND LEADERSHIP ASSESSMENT: </a:t>
            </a:r>
            <a:r>
              <a:rPr lang="en-US" sz="2900">
                <a:solidFill>
                  <a:schemeClr val="lt1"/>
                </a:solidFill>
              </a:rPr>
              <a:t>HONDURAS</a:t>
            </a:r>
            <a:br>
              <a:rPr b="0" i="0" lang="en-US" sz="1200" u="none" cap="none" strike="noStrike">
                <a:solidFill>
                  <a:srgbClr val="000000"/>
                </a:solidFill>
              </a:rPr>
            </a:br>
            <a:endParaRPr/>
          </a:p>
        </p:txBody>
      </p:sp>
      <p:sp>
        <p:nvSpPr>
          <p:cNvPr id="190" name="Google Shape;190;p32"/>
          <p:cNvSpPr txBox="1"/>
          <p:nvPr>
            <p:ph idx="1" type="subTitle"/>
          </p:nvPr>
        </p:nvSpPr>
        <p:spPr>
          <a:xfrm>
            <a:off x="585439" y="4304371"/>
            <a:ext cx="3429000" cy="9813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</a:pPr>
            <a:r>
              <a:rPr lang="en-US" sz="2400">
                <a:solidFill>
                  <a:srgbClr val="D8D8D8"/>
                </a:solidFill>
              </a:rPr>
              <a:t>Findings Presentation</a:t>
            </a:r>
            <a:endParaRPr/>
          </a:p>
          <a:p>
            <a:pPr indent="-355600" lvl="0" marL="45720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SzPts val="1800"/>
              <a:buNone/>
            </a:pPr>
            <a:r>
              <a:rPr lang="en-US">
                <a:solidFill>
                  <a:srgbClr val="D8D8D8"/>
                </a:solidFill>
              </a:rPr>
              <a:t>Date: 2023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3"/>
          <p:cNvSpPr txBox="1"/>
          <p:nvPr>
            <p:ph idx="1" type="body"/>
          </p:nvPr>
        </p:nvSpPr>
        <p:spPr>
          <a:xfrm>
            <a:off x="685800" y="1964511"/>
            <a:ext cx="7772400" cy="3532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0">
            <a:normAutofit/>
          </a:bodyPr>
          <a:lstStyle/>
          <a:p>
            <a:pPr indent="0" lvl="0" marL="10160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</a:pPr>
            <a:r>
              <a:rPr lang="en-US"/>
              <a:t>-Assessment Purpose &amp; Approach </a:t>
            </a:r>
            <a:endParaRPr/>
          </a:p>
          <a:p>
            <a:pPr indent="0" lvl="0" marL="10160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</a:pPr>
            <a:r>
              <a:rPr lang="en-US"/>
              <a:t>-Methodology </a:t>
            </a:r>
            <a:endParaRPr/>
          </a:p>
          <a:p>
            <a:pPr indent="0" lvl="0" marL="10160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</a:pPr>
            <a:r>
              <a:rPr lang="en-US"/>
              <a:t>-Barriers &amp; Opportunities</a:t>
            </a:r>
            <a:endParaRPr/>
          </a:p>
          <a:p>
            <a:pPr indent="0" lvl="0" marL="10160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</a:pPr>
            <a:r>
              <a:rPr lang="en-US"/>
              <a:t>-Recommendations</a:t>
            </a:r>
            <a:endParaRPr/>
          </a:p>
        </p:txBody>
      </p:sp>
      <p:sp>
        <p:nvSpPr>
          <p:cNvPr id="196" name="Google Shape;196;p33"/>
          <p:cNvSpPr txBox="1"/>
          <p:nvPr>
            <p:ph type="title"/>
          </p:nvPr>
        </p:nvSpPr>
        <p:spPr>
          <a:xfrm>
            <a:off x="686104" y="1082102"/>
            <a:ext cx="7772400" cy="6462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/>
              <a:t>AGENDA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4"/>
          <p:cNvSpPr txBox="1"/>
          <p:nvPr>
            <p:ph idx="1" type="body"/>
          </p:nvPr>
        </p:nvSpPr>
        <p:spPr>
          <a:xfrm>
            <a:off x="685800" y="1289146"/>
            <a:ext cx="7772400" cy="4906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556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000"/>
              <a:buChar char="•"/>
            </a:pPr>
            <a:r>
              <a:rPr lang="en-US"/>
              <a:t>The study of women’s political leadership in Honduras investigated the barriers to and opportunities for expanding women’s participation and leadership in the political landscape. </a:t>
            </a:r>
            <a:endParaRPr/>
          </a:p>
          <a:p>
            <a:pPr indent="-3556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000"/>
              <a:buChar char="•"/>
            </a:pPr>
            <a:r>
              <a:rPr lang="en-US"/>
              <a:t>It used the Women’s Political Participation and Leadership (WPPL) Assessment Framework to document women’s access to and power in politics along sociocultural, institutional, and individual dimensions.</a:t>
            </a:r>
            <a:endParaRPr/>
          </a:p>
          <a:p>
            <a:pPr indent="-3556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000"/>
              <a:buChar char="•"/>
            </a:pPr>
            <a:r>
              <a:rPr lang="en-US"/>
              <a:t>The assessment analyzed WPPL through the lenses of access and power.</a:t>
            </a:r>
            <a:endParaRPr/>
          </a:p>
          <a:p>
            <a:pPr indent="-3556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000"/>
              <a:buChar char="•"/>
            </a:pPr>
            <a:r>
              <a:rPr lang="en-US"/>
              <a:t>USAID can use the report’s findings to identify priority areas where its investments are likely to have the greatest impact.  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  <p:sp>
        <p:nvSpPr>
          <p:cNvPr id="203" name="Google Shape;203;p34"/>
          <p:cNvSpPr txBox="1"/>
          <p:nvPr>
            <p:ph idx="2" type="body"/>
          </p:nvPr>
        </p:nvSpPr>
        <p:spPr>
          <a:xfrm>
            <a:off x="685800" y="847024"/>
            <a:ext cx="7772096" cy="50254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rmAutofit lnSpcReduction="10000"/>
          </a:bodyPr>
          <a:lstStyle/>
          <a:p>
            <a:pPr indent="0" lvl="0" marL="10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/>
              <a:t>ASSESSMENT PURPOSE &amp; APPROACH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5"/>
          <p:cNvSpPr txBox="1"/>
          <p:nvPr>
            <p:ph idx="1" type="body"/>
          </p:nvPr>
        </p:nvSpPr>
        <p:spPr>
          <a:xfrm>
            <a:off x="685800" y="1300480"/>
            <a:ext cx="7772096" cy="490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016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</a:pPr>
            <a:r>
              <a:rPr b="1" lang="en-US"/>
              <a:t>Desk Review</a:t>
            </a:r>
            <a:endParaRPr/>
          </a:p>
          <a:p>
            <a:pPr indent="0" lvl="0" marL="1016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</a:pPr>
            <a:r>
              <a:rPr b="1" lang="en-US"/>
              <a:t>Key Informant Interviews</a:t>
            </a:r>
            <a:endParaRPr/>
          </a:p>
          <a:p>
            <a:pPr indent="-3556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000"/>
              <a:buChar char="•"/>
            </a:pPr>
            <a:r>
              <a:rPr lang="en-US"/>
              <a:t>Eleven civil society leaders (nine women, two men)</a:t>
            </a:r>
            <a:endParaRPr/>
          </a:p>
          <a:p>
            <a:pPr indent="-3556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000"/>
              <a:buChar char="•"/>
            </a:pPr>
            <a:r>
              <a:rPr lang="en-US"/>
              <a:t>Fourteen politicians (five women, nine men)</a:t>
            </a:r>
            <a:endParaRPr/>
          </a:p>
          <a:p>
            <a:pPr indent="-3556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000"/>
              <a:buChar char="•"/>
            </a:pPr>
            <a:r>
              <a:rPr lang="en-US"/>
              <a:t>Fifteen donors (seven women, eight men)</a:t>
            </a:r>
            <a:endParaRPr/>
          </a:p>
          <a:p>
            <a:pPr indent="-3556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000"/>
              <a:buChar char="•"/>
            </a:pPr>
            <a:r>
              <a:rPr lang="en-US"/>
              <a:t>Three political leaders (one woman, two men)</a:t>
            </a:r>
            <a:endParaRPr/>
          </a:p>
          <a:p>
            <a:pPr indent="-3556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000"/>
              <a:buChar char="•"/>
            </a:pPr>
            <a:r>
              <a:rPr lang="en-US"/>
              <a:t>Three men electoral officers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  <p:sp>
        <p:nvSpPr>
          <p:cNvPr id="210" name="Google Shape;210;p35"/>
          <p:cNvSpPr txBox="1"/>
          <p:nvPr>
            <p:ph idx="2" type="body"/>
          </p:nvPr>
        </p:nvSpPr>
        <p:spPr>
          <a:xfrm>
            <a:off x="685800" y="869058"/>
            <a:ext cx="7772096" cy="50254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rmAutofit lnSpcReduction="10000"/>
          </a:bodyPr>
          <a:lstStyle/>
          <a:p>
            <a:pPr indent="0" lvl="0" marL="10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/>
              <a:t>METHODOLOGY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36"/>
          <p:cNvSpPr txBox="1"/>
          <p:nvPr>
            <p:ph idx="2" type="body"/>
          </p:nvPr>
        </p:nvSpPr>
        <p:spPr>
          <a:xfrm>
            <a:off x="855856" y="746395"/>
            <a:ext cx="7432288" cy="50254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rmAutofit fontScale="92500"/>
          </a:bodyPr>
          <a:lstStyle/>
          <a:p>
            <a:pPr indent="0" lvl="0" marL="10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77220"/>
              <a:buNone/>
            </a:pPr>
            <a:r>
              <a:rPr lang="en-US"/>
              <a:t>METHODOLOGY—FOCUS GROUP DISCUSSIONS</a:t>
            </a:r>
            <a:endParaRPr/>
          </a:p>
        </p:txBody>
      </p:sp>
      <p:graphicFrame>
        <p:nvGraphicFramePr>
          <p:cNvPr id="217" name="Google Shape;217;p36"/>
          <p:cNvGraphicFramePr/>
          <p:nvPr/>
        </p:nvGraphicFramePr>
        <p:xfrm>
          <a:off x="1009186" y="13970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{1765D4F7-5DD7-4390-B19B-49BCCCB90C70}</a:tableStyleId>
              </a:tblPr>
              <a:tblGrid>
                <a:gridCol w="695175"/>
                <a:gridCol w="3302650"/>
                <a:gridCol w="1409700"/>
                <a:gridCol w="1718075"/>
              </a:tblGrid>
              <a:tr h="720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NO.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GROUP DESCRIPTION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LOCATION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TOTAL PARTICIPANTS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5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595959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1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595959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Women in civil society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595959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Tegucigalpa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595959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10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15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595959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2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595959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Men political leaders, currently in congress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595959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Tegucigalpa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595959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3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15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595959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3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595959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Locally elected women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595959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Tocoa</a:t>
                      </a:r>
                      <a:endParaRPr sz="1300" u="none" cap="none" strike="noStrike">
                        <a:solidFill>
                          <a:srgbClr val="595959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595959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12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15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595959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4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595959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Men in media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595959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Tegucigalpa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595959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7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15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595959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5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595959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Locally elected women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595959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La Ceiba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595959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8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15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595959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6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595959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Young women in civil society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595959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Tegucigalpa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595959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5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15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595959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7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595959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Young women in political parties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595959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Tegucigalpa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595959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5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15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595959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8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595959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Women in politics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595959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Tegucigalpa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595959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Did not happen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7"/>
          <p:cNvSpPr txBox="1"/>
          <p:nvPr>
            <p:ph idx="2" type="body"/>
          </p:nvPr>
        </p:nvSpPr>
        <p:spPr>
          <a:xfrm>
            <a:off x="2306909" y="746395"/>
            <a:ext cx="4530183" cy="50254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rmAutofit lnSpcReduction="10000"/>
          </a:bodyPr>
          <a:lstStyle/>
          <a:p>
            <a:pPr indent="0" lvl="0" marL="10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solidFill>
                  <a:schemeClr val="lt2"/>
                </a:solidFill>
              </a:rPr>
              <a:t>METHODOLOGY—SURVEY</a:t>
            </a:r>
            <a:endParaRPr/>
          </a:p>
        </p:txBody>
      </p:sp>
      <p:graphicFrame>
        <p:nvGraphicFramePr>
          <p:cNvPr id="224" name="Google Shape;224;p37"/>
          <p:cNvGraphicFramePr/>
          <p:nvPr/>
        </p:nvGraphicFramePr>
        <p:xfrm>
          <a:off x="1849243" y="144160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{1765D4F7-5DD7-4390-B19B-49BCCCB90C70}</a:tableStyleId>
              </a:tblPr>
              <a:tblGrid>
                <a:gridCol w="2029525"/>
                <a:gridCol w="2196800"/>
                <a:gridCol w="1219200"/>
              </a:tblGrid>
              <a:tr h="799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POLITICAL PARTY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GENDER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NO. OF SURVEYS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 row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Libre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Women 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1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</a:tr>
              <a:tr h="370850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Men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2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</a:tr>
              <a:tr h="370850">
                <a:tc row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Partido Liberal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Women 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2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</a:tr>
              <a:tr h="370850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Men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3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</a:tr>
              <a:tr h="370850">
                <a:tc row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Partido Nacional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Women 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3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</a:tr>
              <a:tr h="370850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Men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3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</a:tr>
              <a:tr h="370850">
                <a:tc row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Partido Salvador de Honduras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Women 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1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</a:tr>
              <a:tr h="370850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Men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3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</a:tr>
              <a:tr h="370850">
                <a:tc row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PINU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Women 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0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</a:tr>
              <a:tr h="370850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Men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1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8"/>
          <p:cNvSpPr txBox="1"/>
          <p:nvPr>
            <p:ph type="title"/>
          </p:nvPr>
        </p:nvSpPr>
        <p:spPr>
          <a:xfrm>
            <a:off x="686104" y="1082102"/>
            <a:ext cx="7772400" cy="6462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/>
              <a:t>BARRIERS &amp; OPPORTUNITIES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person smiling and sitting next to another person&#10;&#10;Description automatically generated" id="235" name="Google Shape;235;p39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24" l="43413" r="11011" t="-298"/>
          <a:stretch/>
        </p:blipFill>
        <p:spPr>
          <a:xfrm>
            <a:off x="4572000" y="330199"/>
            <a:ext cx="4229100" cy="6200775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pic>
      <p:sp>
        <p:nvSpPr>
          <p:cNvPr id="236" name="Google Shape;236;p39"/>
          <p:cNvSpPr txBox="1"/>
          <p:nvPr>
            <p:ph idx="1" type="body"/>
          </p:nvPr>
        </p:nvSpPr>
        <p:spPr>
          <a:xfrm>
            <a:off x="543560" y="1671856"/>
            <a:ext cx="3652520" cy="490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556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000"/>
              <a:buChar char="•"/>
            </a:pPr>
            <a:r>
              <a:rPr b="1" lang="en-US"/>
              <a:t>Barriers</a:t>
            </a:r>
            <a:endParaRPr/>
          </a:p>
          <a:p>
            <a:pPr indent="-355600" lvl="1" marL="9144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Char char="–"/>
            </a:pPr>
            <a:r>
              <a:rPr lang="en-US"/>
              <a:t>Patriarchal culture</a:t>
            </a:r>
            <a:endParaRPr/>
          </a:p>
          <a:p>
            <a:pPr indent="-355600" lvl="1" marL="9144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Char char="–"/>
            </a:pPr>
            <a:r>
              <a:rPr lang="en-US"/>
              <a:t>Religious beliefs</a:t>
            </a:r>
            <a:endParaRPr/>
          </a:p>
          <a:p>
            <a:pPr indent="-355600" lvl="1" marL="9144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Char char="–"/>
            </a:pPr>
            <a:r>
              <a:rPr lang="en-US"/>
              <a:t>Sociocultural norms</a:t>
            </a:r>
            <a:endParaRPr/>
          </a:p>
          <a:p>
            <a:pPr indent="-355600" lvl="1" marL="9144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Char char="–"/>
            </a:pPr>
            <a:r>
              <a:rPr lang="en-US"/>
              <a:t>Stigma against women in political life</a:t>
            </a:r>
            <a:endParaRPr/>
          </a:p>
          <a:p>
            <a:pPr indent="-3556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000"/>
              <a:buChar char="•"/>
            </a:pPr>
            <a:r>
              <a:rPr b="1" lang="en-US"/>
              <a:t>Opportunities</a:t>
            </a:r>
            <a:endParaRPr/>
          </a:p>
          <a:p>
            <a:pPr indent="-355600" lvl="1" marL="9144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Char char="–"/>
            </a:pPr>
            <a:r>
              <a:rPr lang="en-US"/>
              <a:t>Women in civil society</a:t>
            </a:r>
            <a:endParaRPr/>
          </a:p>
        </p:txBody>
      </p:sp>
      <p:sp>
        <p:nvSpPr>
          <p:cNvPr id="237" name="Google Shape;237;p39"/>
          <p:cNvSpPr txBox="1"/>
          <p:nvPr>
            <p:ph type="title"/>
          </p:nvPr>
        </p:nvSpPr>
        <p:spPr>
          <a:xfrm>
            <a:off x="543864" y="773133"/>
            <a:ext cx="3652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A0C2F"/>
              </a:buClr>
              <a:buSzPts val="2800"/>
              <a:buFont typeface="Gill Sans"/>
              <a:buNone/>
            </a:pPr>
            <a:r>
              <a:rPr lang="en-US"/>
              <a:t>SOCIOCULTURAL 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person in a field of strawberries&#10;&#10;Description automatically generated" id="242" name="Google Shape;242;p40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23218" l="19084" r="6560" t="71"/>
          <a:stretch/>
        </p:blipFill>
        <p:spPr>
          <a:xfrm rot="5400000">
            <a:off x="-599612" y="1282575"/>
            <a:ext cx="6192773" cy="4257208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pic>
      <p:sp>
        <p:nvSpPr>
          <p:cNvPr id="243" name="Google Shape;243;p40"/>
          <p:cNvSpPr txBox="1"/>
          <p:nvPr>
            <p:ph idx="1" type="body"/>
          </p:nvPr>
        </p:nvSpPr>
        <p:spPr>
          <a:xfrm>
            <a:off x="4927340" y="1600282"/>
            <a:ext cx="3652500" cy="49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556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000"/>
              <a:buChar char="•"/>
            </a:pPr>
            <a:r>
              <a:rPr b="1" lang="en-US"/>
              <a:t>Barriers</a:t>
            </a:r>
            <a:endParaRPr/>
          </a:p>
          <a:p>
            <a:pPr indent="-355600" lvl="1" marL="9144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Char char="–"/>
            </a:pPr>
            <a:r>
              <a:rPr lang="en-US"/>
              <a:t>Violence against women in politics</a:t>
            </a:r>
            <a:endParaRPr/>
          </a:p>
          <a:p>
            <a:pPr indent="-355600" lvl="1" marL="9144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Char char="–"/>
            </a:pPr>
            <a:r>
              <a:rPr lang="en-US"/>
              <a:t>Elected women leaders</a:t>
            </a:r>
            <a:endParaRPr/>
          </a:p>
          <a:p>
            <a:pPr indent="-355600" lvl="1" marL="9144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Char char="–"/>
            </a:pPr>
            <a:r>
              <a:rPr lang="en-US"/>
              <a:t>Political parties</a:t>
            </a:r>
            <a:endParaRPr/>
          </a:p>
          <a:p>
            <a:pPr indent="-3556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000"/>
              <a:buChar char="•"/>
            </a:pPr>
            <a:r>
              <a:rPr b="1" lang="en-US"/>
              <a:t>Opportunities</a:t>
            </a:r>
            <a:endParaRPr/>
          </a:p>
          <a:p>
            <a:pPr indent="-355600" lvl="1" marL="9144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Char char="–"/>
            </a:pPr>
            <a:r>
              <a:rPr lang="en-US"/>
              <a:t>Legal framework</a:t>
            </a:r>
            <a:endParaRPr/>
          </a:p>
          <a:p>
            <a:pPr indent="-355600" lvl="1" marL="9144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Char char="–"/>
            </a:pPr>
            <a:r>
              <a:rPr lang="en-US"/>
              <a:t>Government institutions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-228600" lvl="1" marL="9144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  <p:sp>
        <p:nvSpPr>
          <p:cNvPr id="244" name="Google Shape;244;p40"/>
          <p:cNvSpPr txBox="1"/>
          <p:nvPr>
            <p:ph type="title"/>
          </p:nvPr>
        </p:nvSpPr>
        <p:spPr>
          <a:xfrm>
            <a:off x="5011464" y="844751"/>
            <a:ext cx="3652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A0C2F"/>
              </a:buClr>
              <a:buSzPts val="2800"/>
              <a:buFont typeface="Gill Sans"/>
              <a:buNone/>
            </a:pPr>
            <a:r>
              <a:rPr lang="en-US"/>
              <a:t>INSTITUTIONAL 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41"/>
          <p:cNvSpPr txBox="1"/>
          <p:nvPr>
            <p:ph idx="1" type="body"/>
          </p:nvPr>
        </p:nvSpPr>
        <p:spPr>
          <a:xfrm>
            <a:off x="685800" y="1300163"/>
            <a:ext cx="7772400" cy="1862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556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000"/>
              <a:buChar char="•"/>
            </a:pPr>
            <a:r>
              <a:rPr b="1" lang="en-US"/>
              <a:t>Barriers</a:t>
            </a:r>
            <a:endParaRPr/>
          </a:p>
          <a:p>
            <a:pPr indent="-355600" lvl="1" marL="9144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Char char="–"/>
            </a:pPr>
            <a:r>
              <a:rPr lang="en-US"/>
              <a:t>Access to funding</a:t>
            </a:r>
            <a:endParaRPr/>
          </a:p>
          <a:p>
            <a:pPr indent="-355600" lvl="1" marL="9144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Char char="–"/>
            </a:pPr>
            <a:r>
              <a:rPr lang="en-US"/>
              <a:t>Lack of capacity and confidence</a:t>
            </a:r>
            <a:endParaRPr/>
          </a:p>
          <a:p>
            <a:pPr indent="-355600" lvl="1" marL="9144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Char char="–"/>
            </a:pPr>
            <a:r>
              <a:rPr lang="en-US"/>
              <a:t>Family support</a:t>
            </a:r>
            <a:endParaRPr/>
          </a:p>
        </p:txBody>
      </p:sp>
      <p:sp>
        <p:nvSpPr>
          <p:cNvPr id="250" name="Google Shape;250;p41"/>
          <p:cNvSpPr txBox="1"/>
          <p:nvPr>
            <p:ph idx="2" type="body"/>
          </p:nvPr>
        </p:nvSpPr>
        <p:spPr>
          <a:xfrm>
            <a:off x="685800" y="869058"/>
            <a:ext cx="7772096" cy="50254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rmAutofit lnSpcReduction="10000"/>
          </a:bodyPr>
          <a:lstStyle/>
          <a:p>
            <a:pPr indent="0" lvl="0" marL="10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/>
              <a:t>INDIVIDUAL </a:t>
            </a:r>
            <a:endParaRPr/>
          </a:p>
        </p:txBody>
      </p:sp>
      <p:pic>
        <p:nvPicPr>
          <p:cNvPr descr="A group of women in green shirts&#10;&#10;Description automatically generated" id="251" name="Google Shape;251;p41"/>
          <p:cNvPicPr preferRelativeResize="0"/>
          <p:nvPr/>
        </p:nvPicPr>
        <p:blipFill rotWithShape="1">
          <a:blip r:embed="rId3">
            <a:alphaModFix/>
          </a:blip>
          <a:srcRect b="20398" l="3241" r="1697" t="24519"/>
          <a:stretch/>
        </p:blipFill>
        <p:spPr>
          <a:xfrm>
            <a:off x="290947" y="3269673"/>
            <a:ext cx="8534398" cy="32956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42"/>
          <p:cNvSpPr txBox="1"/>
          <p:nvPr>
            <p:ph type="title"/>
          </p:nvPr>
        </p:nvSpPr>
        <p:spPr>
          <a:xfrm>
            <a:off x="686104" y="1082102"/>
            <a:ext cx="7772400" cy="6462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-US"/>
              <a:t>RECOMMENDATIONS</a:t>
            </a:r>
            <a:br>
              <a:rPr lang="en-US"/>
            </a:br>
            <a:r>
              <a:rPr lang="en-US"/>
              <a:t>	</a:t>
            </a:r>
            <a:br>
              <a:rPr lang="en-US"/>
            </a:br>
            <a:br>
              <a:rPr lang="en-US"/>
            </a:b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43"/>
          <p:cNvSpPr txBox="1"/>
          <p:nvPr>
            <p:ph idx="1" type="body"/>
          </p:nvPr>
        </p:nvSpPr>
        <p:spPr>
          <a:xfrm>
            <a:off x="685800" y="1300163"/>
            <a:ext cx="7772400" cy="4906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556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000"/>
              <a:buChar char="•"/>
            </a:pPr>
            <a:r>
              <a:rPr lang="en-US"/>
              <a:t>Work with men, including political and church officials, to shift harmful cultural beliefs and practices</a:t>
            </a:r>
            <a:endParaRPr/>
          </a:p>
          <a:p>
            <a:pPr indent="-3556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000"/>
              <a:buChar char="•"/>
            </a:pPr>
            <a:r>
              <a:rPr lang="en-US"/>
              <a:t>Provide journalist training for media professionals on how to cover women in politics in a gender-transformative way</a:t>
            </a:r>
            <a:endParaRPr/>
          </a:p>
        </p:txBody>
      </p:sp>
      <p:sp>
        <p:nvSpPr>
          <p:cNvPr id="263" name="Google Shape;263;p43"/>
          <p:cNvSpPr txBox="1"/>
          <p:nvPr>
            <p:ph idx="2" type="body"/>
          </p:nvPr>
        </p:nvSpPr>
        <p:spPr>
          <a:xfrm>
            <a:off x="685800" y="869058"/>
            <a:ext cx="7772096" cy="50254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rmAutofit lnSpcReduction="10000"/>
          </a:bodyPr>
          <a:lstStyle/>
          <a:p>
            <a:pPr indent="0" lvl="0" marL="10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/>
              <a:t>SOCIOCULTURAL</a:t>
            </a:r>
            <a:endParaRPr/>
          </a:p>
        </p:txBody>
      </p:sp>
      <p:pic>
        <p:nvPicPr>
          <p:cNvPr descr="A person and person sitting at a table&#10;&#10;Description automatically generated" id="264" name="Google Shape;264;p43"/>
          <p:cNvPicPr preferRelativeResize="0"/>
          <p:nvPr/>
        </p:nvPicPr>
        <p:blipFill rotWithShape="1">
          <a:blip r:embed="rId3">
            <a:alphaModFix/>
          </a:blip>
          <a:srcRect b="21746" l="1127" r="0" t="19091"/>
          <a:stretch/>
        </p:blipFill>
        <p:spPr>
          <a:xfrm>
            <a:off x="290946" y="3158836"/>
            <a:ext cx="8506690" cy="33917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44"/>
          <p:cNvSpPr txBox="1"/>
          <p:nvPr>
            <p:ph idx="1" type="body"/>
          </p:nvPr>
        </p:nvSpPr>
        <p:spPr>
          <a:xfrm>
            <a:off x="685800" y="1300163"/>
            <a:ext cx="7772400" cy="4906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556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000"/>
              <a:buChar char="•"/>
            </a:pPr>
            <a:r>
              <a:rPr lang="en-US"/>
              <a:t>Review and revise the national electoral laws</a:t>
            </a:r>
            <a:endParaRPr/>
          </a:p>
          <a:p>
            <a:pPr indent="-3556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000"/>
              <a:buChar char="•"/>
            </a:pPr>
            <a:r>
              <a:rPr lang="en-US"/>
              <a:t>Develop and implement more rigorous measures to monitor compliance with the provisions of the law pertaining to gender equality</a:t>
            </a:r>
            <a:endParaRPr/>
          </a:p>
          <a:p>
            <a:pPr indent="-3556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000"/>
              <a:buChar char="•"/>
            </a:pPr>
            <a:r>
              <a:rPr lang="en-US"/>
              <a:t>Provide technical assistance to political parties </a:t>
            </a:r>
            <a:endParaRPr/>
          </a:p>
          <a:p>
            <a:pPr indent="-3556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000"/>
              <a:buChar char="•"/>
            </a:pPr>
            <a:r>
              <a:rPr lang="en-US"/>
              <a:t>Strengthen civil society organization coordination and advocacy efforts around passing laws to address violence targeting women in politics and public life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  <p:sp>
        <p:nvSpPr>
          <p:cNvPr id="271" name="Google Shape;271;p44"/>
          <p:cNvSpPr txBox="1"/>
          <p:nvPr>
            <p:ph idx="2" type="body"/>
          </p:nvPr>
        </p:nvSpPr>
        <p:spPr>
          <a:xfrm>
            <a:off x="685800" y="869058"/>
            <a:ext cx="7772096" cy="50254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rmAutofit lnSpcReduction="10000"/>
          </a:bodyPr>
          <a:lstStyle/>
          <a:p>
            <a:pPr indent="0" lvl="0" marL="10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/>
              <a:t>INSTITUTIONAL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45"/>
          <p:cNvSpPr txBox="1"/>
          <p:nvPr>
            <p:ph idx="1" type="body"/>
          </p:nvPr>
        </p:nvSpPr>
        <p:spPr>
          <a:xfrm>
            <a:off x="685800" y="1300163"/>
            <a:ext cx="7772400" cy="4906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556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000"/>
              <a:buChar char="•"/>
            </a:pPr>
            <a:r>
              <a:rPr lang="en-US"/>
              <a:t>Dedicate funding to support women’s wings of political parties</a:t>
            </a:r>
            <a:endParaRPr/>
          </a:p>
          <a:p>
            <a:pPr indent="-3556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000"/>
              <a:buChar char="•"/>
            </a:pPr>
            <a:r>
              <a:rPr lang="en-US"/>
              <a:t>Develop policies and protocols in Congress and political parties that are sensitive to the needs and experiences of Honduran women</a:t>
            </a:r>
            <a:endParaRPr/>
          </a:p>
          <a:p>
            <a:pPr indent="-3556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000"/>
              <a:buChar char="•"/>
            </a:pPr>
            <a:r>
              <a:rPr lang="en-US"/>
              <a:t>Mainstream gender considerations </a:t>
            </a:r>
            <a:endParaRPr/>
          </a:p>
          <a:p>
            <a:pPr indent="-3556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000"/>
              <a:buChar char="•"/>
            </a:pPr>
            <a:r>
              <a:rPr lang="en-US"/>
              <a:t>Stand up a gender unit in the CNE</a:t>
            </a:r>
            <a:endParaRPr/>
          </a:p>
          <a:p>
            <a:pPr indent="-3556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000"/>
              <a:buChar char="•"/>
            </a:pPr>
            <a:r>
              <a:rPr lang="en-US"/>
              <a:t>Support local CSOs</a:t>
            </a:r>
            <a:endParaRPr/>
          </a:p>
          <a:p>
            <a:pPr indent="-3556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000"/>
              <a:buChar char="•"/>
            </a:pPr>
            <a:r>
              <a:rPr lang="en-US"/>
              <a:t>Combat gender-based violence</a:t>
            </a:r>
            <a:endParaRPr/>
          </a:p>
        </p:txBody>
      </p:sp>
      <p:sp>
        <p:nvSpPr>
          <p:cNvPr id="278" name="Google Shape;278;p45"/>
          <p:cNvSpPr txBox="1"/>
          <p:nvPr>
            <p:ph idx="2" type="body"/>
          </p:nvPr>
        </p:nvSpPr>
        <p:spPr>
          <a:xfrm>
            <a:off x="685800" y="869058"/>
            <a:ext cx="7772096" cy="50254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rmAutofit lnSpcReduction="10000"/>
          </a:bodyPr>
          <a:lstStyle/>
          <a:p>
            <a:pPr indent="0" lvl="0" marL="10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/>
              <a:t>INSTITUTIONAL (cont.)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46"/>
          <p:cNvSpPr txBox="1"/>
          <p:nvPr>
            <p:ph idx="1" type="body"/>
          </p:nvPr>
        </p:nvSpPr>
        <p:spPr>
          <a:xfrm>
            <a:off x="685800" y="1300163"/>
            <a:ext cx="7772400" cy="4906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556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000"/>
              <a:buChar char="•"/>
            </a:pPr>
            <a:r>
              <a:rPr lang="en-US"/>
              <a:t>Train locally elected women leaders </a:t>
            </a:r>
            <a:endParaRPr/>
          </a:p>
          <a:p>
            <a:pPr indent="-3556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000"/>
              <a:buChar char="•"/>
            </a:pPr>
            <a:r>
              <a:rPr lang="en-US"/>
              <a:t>Create gender-sensitive civic education programs</a:t>
            </a:r>
            <a:endParaRPr/>
          </a:p>
          <a:p>
            <a:pPr indent="-3556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000"/>
              <a:buChar char="•"/>
            </a:pPr>
            <a:r>
              <a:rPr lang="en-US"/>
              <a:t>Support youth committees of national political parties </a:t>
            </a:r>
            <a:endParaRPr/>
          </a:p>
          <a:p>
            <a:pPr indent="-3556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000"/>
              <a:buChar char="•"/>
            </a:pPr>
            <a:r>
              <a:rPr lang="en-US"/>
              <a:t>Develop leadership and capacity-building programs for civil society and women in rural and urban contexts</a:t>
            </a:r>
            <a:endParaRPr/>
          </a:p>
          <a:p>
            <a:pPr indent="-3556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000"/>
              <a:buChar char="•"/>
            </a:pPr>
            <a:r>
              <a:rPr lang="en-US"/>
              <a:t>Provide candidate training to women running for office 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  <p:sp>
        <p:nvSpPr>
          <p:cNvPr id="284" name="Google Shape;284;p46"/>
          <p:cNvSpPr txBox="1"/>
          <p:nvPr>
            <p:ph idx="2" type="body"/>
          </p:nvPr>
        </p:nvSpPr>
        <p:spPr>
          <a:xfrm>
            <a:off x="685800" y="869058"/>
            <a:ext cx="7772096" cy="50254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rmAutofit lnSpcReduction="10000"/>
          </a:bodyPr>
          <a:lstStyle/>
          <a:p>
            <a:pPr indent="0" lvl="0" marL="10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/>
              <a:t>INDIVIDUAL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47"/>
          <p:cNvSpPr txBox="1"/>
          <p:nvPr>
            <p:ph type="title"/>
          </p:nvPr>
        </p:nvSpPr>
        <p:spPr>
          <a:xfrm>
            <a:off x="686104" y="1082102"/>
            <a:ext cx="7772400" cy="6462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A0C2F"/>
              </a:buClr>
              <a:buSzPts val="2800"/>
              <a:buFont typeface="Gill Sans"/>
              <a:buNone/>
            </a:pPr>
            <a:r>
              <a:rPr lang="en-US"/>
              <a:t>QUESTIONS?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4.3-Template_12.7.2016">
  <a:themeElements>
    <a:clrScheme name="Custom 2">
      <a:dk1>
        <a:srgbClr val="000000"/>
      </a:dk1>
      <a:lt1>
        <a:srgbClr val="FFFFFF"/>
      </a:lt1>
      <a:dk2>
        <a:srgbClr val="002F6C"/>
      </a:dk2>
      <a:lt2>
        <a:srgbClr val="BA0C2F"/>
      </a:lt2>
      <a:accent1>
        <a:srgbClr val="002F6C"/>
      </a:accent1>
      <a:accent2>
        <a:srgbClr val="BA0C2F"/>
      </a:accent2>
      <a:accent3>
        <a:srgbClr val="6C6463"/>
      </a:accent3>
      <a:accent4>
        <a:srgbClr val="000000"/>
      </a:accent4>
      <a:accent5>
        <a:srgbClr val="CFCDC9"/>
      </a:accent5>
      <a:accent6>
        <a:srgbClr val="0067B9"/>
      </a:accent6>
      <a:hlink>
        <a:srgbClr val="6C6463"/>
      </a:hlink>
      <a:folHlink>
        <a:srgbClr val="CFCDC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