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embeddedFontLst>
    <p:embeddedFont>
      <p:font typeface="Gill Sans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gQvQ6mlhUOluZigftgSRgUhjsc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illSans-bold.fntdata"/><Relationship Id="rId21" Type="http://schemas.openxmlformats.org/officeDocument/2006/relationships/font" Target="fonts/GillSans-regular.fntdata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Provide brief background on the framework – highlighting what audience needs to know to follow presentation. Can abbreviate further if audience is assumed to be familiar. </a:t>
            </a:r>
            <a:endParaRPr/>
          </a:p>
        </p:txBody>
      </p:sp>
      <p:sp>
        <p:nvSpPr>
          <p:cNvPr id="195" name="Google Shape;195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540cd75bd0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540cd75bd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540cd75bd0_0_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62059d6d0a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262059d6d0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262059d6d0a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62059d6d0a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262059d6d0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g262059d6d0a_0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a9c78ce03a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a9c78ce03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a9c78ce03a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Full Red" type="titleOnly">
  <p:cSld name="TITLE_ONLY">
    <p:bg>
      <p:bgPr>
        <a:solidFill>
          <a:srgbClr val="BA0C2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/>
          <p:nvPr>
            <p:ph type="title"/>
          </p:nvPr>
        </p:nvSpPr>
        <p:spPr>
          <a:xfrm>
            <a:off x="1143000" y="827775"/>
            <a:ext cx="6893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  <a:defRPr sz="3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" name="Google Shape;18;p13"/>
          <p:cNvPicPr preferRelativeResize="0"/>
          <p:nvPr/>
        </p:nvPicPr>
        <p:blipFill rotWithShape="1">
          <a:blip r:embed="rId2">
            <a:alphaModFix/>
          </a:blip>
          <a:srcRect b="4742" l="0" r="0" t="4742"/>
          <a:stretch/>
        </p:blipFill>
        <p:spPr>
          <a:xfrm>
            <a:off x="692274" y="5895200"/>
            <a:ext cx="1685350" cy="5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/Gray 1 Content + Bottom Photo">
  <p:cSld name="Red/Gray 1 Content + Bottom Photo">
    <p:bg>
      <p:bgPr>
        <a:solidFill>
          <a:srgbClr val="E7E7E5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/>
          <p:nvPr>
            <p:ph idx="2" type="pic"/>
          </p:nvPr>
        </p:nvSpPr>
        <p:spPr>
          <a:xfrm>
            <a:off x="152400" y="3429000"/>
            <a:ext cx="8839200" cy="32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1" name="Google Shape;21;p14"/>
          <p:cNvSpPr txBox="1"/>
          <p:nvPr>
            <p:ph idx="1" type="body"/>
          </p:nvPr>
        </p:nvSpPr>
        <p:spPr>
          <a:xfrm>
            <a:off x="685800" y="1447800"/>
            <a:ext cx="777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2000"/>
              <a:buChar char="•"/>
              <a:defRPr>
                <a:solidFill>
                  <a:srgbClr val="635C5B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2000"/>
              <a:buChar char="–"/>
              <a:defRPr>
                <a:solidFill>
                  <a:srgbClr val="635C5B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  <a:defRPr>
                <a:solidFill>
                  <a:srgbClr val="635C5B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35C5B"/>
              </a:buClr>
              <a:buSzPts val="1600"/>
              <a:buChar char="–"/>
              <a:defRPr>
                <a:solidFill>
                  <a:srgbClr val="635C5B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152400" y="6520954"/>
            <a:ext cx="2133600" cy="184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3124200" y="6520934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14"/>
          <p:cNvSpPr txBox="1"/>
          <p:nvPr>
            <p:ph type="title"/>
          </p:nvPr>
        </p:nvSpPr>
        <p:spPr>
          <a:xfrm>
            <a:off x="686104" y="488775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3" type="body"/>
          </p:nvPr>
        </p:nvSpPr>
        <p:spPr>
          <a:xfrm rot="-5400000">
            <a:off x="7527667" y="47082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/Gray 1 Content">
  <p:cSld name="Red/Gray 1 Content">
    <p:bg>
      <p:bgPr>
        <a:solidFill>
          <a:srgbClr val="E7E7E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idx="1" type="body"/>
          </p:nvPr>
        </p:nvSpPr>
        <p:spPr>
          <a:xfrm>
            <a:off x="685800" y="1447800"/>
            <a:ext cx="7772400" cy="46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2000"/>
              <a:buChar char="•"/>
              <a:defRPr>
                <a:solidFill>
                  <a:srgbClr val="635C5B"/>
                </a:solidFill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2000"/>
              <a:buChar char="–"/>
              <a:defRPr>
                <a:solidFill>
                  <a:srgbClr val="635C5B"/>
                </a:solidFill>
              </a:defRPr>
            </a:lvl2pPr>
            <a:lvl3pPr indent="-34290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  <a:defRPr>
                <a:solidFill>
                  <a:srgbClr val="635C5B"/>
                </a:solidFill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35C5B"/>
              </a:buClr>
              <a:buSzPts val="1600"/>
              <a:buChar char="–"/>
              <a:defRPr>
                <a:solidFill>
                  <a:srgbClr val="635C5B"/>
                </a:solidFill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type="title"/>
          </p:nvPr>
        </p:nvSpPr>
        <p:spPr>
          <a:xfrm>
            <a:off x="686104" y="488775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Full Red">
  <p:cSld name="Cover - Full Red">
    <p:bg>
      <p:bgPr>
        <a:solidFill>
          <a:srgbClr val="BA0C2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/>
          <p:nvPr>
            <p:ph type="ctrTitle"/>
          </p:nvPr>
        </p:nvSpPr>
        <p:spPr>
          <a:xfrm>
            <a:off x="685800" y="2133600"/>
            <a:ext cx="5486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  <a:defRPr sz="3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" type="subTitle"/>
          </p:nvPr>
        </p:nvSpPr>
        <p:spPr>
          <a:xfrm>
            <a:off x="685800" y="4114800"/>
            <a:ext cx="3429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33" name="Google Shape;33;p12"/>
          <p:cNvPicPr preferRelativeResize="0"/>
          <p:nvPr/>
        </p:nvPicPr>
        <p:blipFill rotWithShape="1">
          <a:blip r:embed="rId2">
            <a:alphaModFix/>
          </a:blip>
          <a:srcRect b="4742" l="0" r="0" t="4742"/>
          <a:stretch/>
        </p:blipFill>
        <p:spPr>
          <a:xfrm>
            <a:off x="691526" y="685800"/>
            <a:ext cx="2659575" cy="797875"/>
          </a:xfrm>
          <a:prstGeom prst="rect">
            <a:avLst/>
          </a:prstGeom>
          <a:noFill/>
          <a:ln>
            <a:noFill/>
          </a:ln>
          <a:effectLst>
            <a:outerShdw blurRad="254000" rotWithShape="0" algn="tl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/Gray 1 Content + Right Photo">
  <p:cSld name="Red/Gray 1 Content + Right Photo">
    <p:bg>
      <p:bgPr>
        <a:solidFill>
          <a:srgbClr val="E7E7E5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/>
          <p:nvPr>
            <p:ph idx="2" type="pic"/>
          </p:nvPr>
        </p:nvSpPr>
        <p:spPr>
          <a:xfrm>
            <a:off x="4572000" y="152400"/>
            <a:ext cx="4419600" cy="65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6" name="Google Shape;36;p15"/>
          <p:cNvSpPr txBox="1"/>
          <p:nvPr>
            <p:ph idx="1" type="body"/>
          </p:nvPr>
        </p:nvSpPr>
        <p:spPr>
          <a:xfrm rot="-5400000">
            <a:off x="7527667" y="14316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3" type="body"/>
          </p:nvPr>
        </p:nvSpPr>
        <p:spPr>
          <a:xfrm>
            <a:off x="685800" y="1447800"/>
            <a:ext cx="3381000" cy="47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2000"/>
              <a:buChar char="•"/>
              <a:defRPr>
                <a:solidFill>
                  <a:srgbClr val="635C5B"/>
                </a:solidFill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2000"/>
              <a:buChar char="–"/>
              <a:defRPr>
                <a:solidFill>
                  <a:srgbClr val="635C5B"/>
                </a:solidFill>
              </a:defRPr>
            </a:lvl2pPr>
            <a:lvl3pPr indent="-34290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  <a:defRPr>
                <a:solidFill>
                  <a:srgbClr val="635C5B"/>
                </a:solidFill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35C5B"/>
              </a:buClr>
              <a:buSzPts val="1600"/>
              <a:buChar char="–"/>
              <a:defRPr>
                <a:solidFill>
                  <a:srgbClr val="635C5B"/>
                </a:solidFill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type="title"/>
          </p:nvPr>
        </p:nvSpPr>
        <p:spPr>
          <a:xfrm>
            <a:off x="685925" y="488775"/>
            <a:ext cx="3381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/Gray 3 Content">
  <p:cSld name="Red/Gray 3 Content">
    <p:bg>
      <p:bgPr>
        <a:solidFill>
          <a:srgbClr val="E7E7E5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8"/>
          <p:cNvSpPr txBox="1"/>
          <p:nvPr>
            <p:ph idx="11" type="ftr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646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2" type="sldNum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685800" y="1447800"/>
            <a:ext cx="2438400" cy="47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2000"/>
              <a:buChar char="•"/>
              <a:defRPr>
                <a:solidFill>
                  <a:srgbClr val="635C5B"/>
                </a:solidFill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2000"/>
              <a:buChar char="–"/>
              <a:defRPr>
                <a:solidFill>
                  <a:srgbClr val="635C5B"/>
                </a:solidFill>
              </a:defRPr>
            </a:lvl2pPr>
            <a:lvl3pPr indent="-34290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  <a:defRPr>
                <a:solidFill>
                  <a:srgbClr val="635C5B"/>
                </a:solidFill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35C5B"/>
              </a:buClr>
              <a:buSzPts val="1600"/>
              <a:buChar char="–"/>
              <a:defRPr>
                <a:solidFill>
                  <a:srgbClr val="635C5B"/>
                </a:solidFill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type="title"/>
          </p:nvPr>
        </p:nvSpPr>
        <p:spPr>
          <a:xfrm>
            <a:off x="686104" y="488775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2" type="body"/>
          </p:nvPr>
        </p:nvSpPr>
        <p:spPr>
          <a:xfrm>
            <a:off x="3352800" y="1447800"/>
            <a:ext cx="2438400" cy="47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2000"/>
              <a:buChar char="•"/>
              <a:defRPr>
                <a:solidFill>
                  <a:srgbClr val="635C5B"/>
                </a:solidFill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2000"/>
              <a:buChar char="–"/>
              <a:defRPr>
                <a:solidFill>
                  <a:srgbClr val="635C5B"/>
                </a:solidFill>
              </a:defRPr>
            </a:lvl2pPr>
            <a:lvl3pPr indent="-34290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  <a:defRPr>
                <a:solidFill>
                  <a:srgbClr val="635C5B"/>
                </a:solidFill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35C5B"/>
              </a:buClr>
              <a:buSzPts val="1600"/>
              <a:buChar char="–"/>
              <a:defRPr>
                <a:solidFill>
                  <a:srgbClr val="635C5B"/>
                </a:solidFill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3" type="body"/>
          </p:nvPr>
        </p:nvSpPr>
        <p:spPr>
          <a:xfrm>
            <a:off x="6025400" y="1447800"/>
            <a:ext cx="2438400" cy="47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2000"/>
              <a:buChar char="•"/>
              <a:defRPr>
                <a:solidFill>
                  <a:srgbClr val="635C5B"/>
                </a:solidFill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2000"/>
              <a:buChar char="–"/>
              <a:defRPr>
                <a:solidFill>
                  <a:srgbClr val="635C5B"/>
                </a:solidFill>
              </a:defRPr>
            </a:lvl2pPr>
            <a:lvl3pPr indent="-34290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  <a:defRPr>
                <a:solidFill>
                  <a:srgbClr val="635C5B"/>
                </a:solidFill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35C5B"/>
              </a:buClr>
              <a:buSzPts val="1600"/>
              <a:buChar char="–"/>
              <a:defRPr>
                <a:solidFill>
                  <a:srgbClr val="635C5B"/>
                </a:solidFill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/Gray Title Only">
  <p:cSld name="Red/Gray Title Only">
    <p:bg>
      <p:bgPr>
        <a:solidFill>
          <a:srgbClr val="E7E7E5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/>
          <p:nvPr>
            <p:ph idx="2" type="pic"/>
          </p:nvPr>
        </p:nvSpPr>
        <p:spPr>
          <a:xfrm>
            <a:off x="152400" y="152400"/>
            <a:ext cx="4419600" cy="65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8" name="Google Shape;48;p20"/>
          <p:cNvSpPr txBox="1"/>
          <p:nvPr>
            <p:ph type="title"/>
          </p:nvPr>
        </p:nvSpPr>
        <p:spPr>
          <a:xfrm>
            <a:off x="4877104" y="2971800"/>
            <a:ext cx="3885896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/White 2 Content">
  <p:cSld name="Red/White 2 Content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idx="1" type="body"/>
          </p:nvPr>
        </p:nvSpPr>
        <p:spPr>
          <a:xfrm>
            <a:off x="685800" y="1447800"/>
            <a:ext cx="3791400" cy="46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2000"/>
              <a:buChar char="•"/>
              <a:defRPr>
                <a:solidFill>
                  <a:srgbClr val="635C5B"/>
                </a:solidFill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2000"/>
              <a:buChar char="–"/>
              <a:defRPr>
                <a:solidFill>
                  <a:srgbClr val="635C5B"/>
                </a:solidFill>
              </a:defRPr>
            </a:lvl2pPr>
            <a:lvl3pPr indent="-34290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  <a:defRPr>
                <a:solidFill>
                  <a:srgbClr val="635C5B"/>
                </a:solidFill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35C5B"/>
              </a:buClr>
              <a:buSzPts val="1600"/>
              <a:buChar char="–"/>
              <a:defRPr>
                <a:solidFill>
                  <a:srgbClr val="635C5B"/>
                </a:solidFill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type="title"/>
          </p:nvPr>
        </p:nvSpPr>
        <p:spPr>
          <a:xfrm>
            <a:off x="686104" y="488775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2" type="body"/>
          </p:nvPr>
        </p:nvSpPr>
        <p:spPr>
          <a:xfrm>
            <a:off x="4682475" y="1447800"/>
            <a:ext cx="3791400" cy="46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2000"/>
              <a:buChar char="•"/>
              <a:defRPr>
                <a:solidFill>
                  <a:srgbClr val="635C5B"/>
                </a:solidFill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2000"/>
              <a:buChar char="–"/>
              <a:defRPr>
                <a:solidFill>
                  <a:srgbClr val="635C5B"/>
                </a:solidFill>
              </a:defRPr>
            </a:lvl2pPr>
            <a:lvl3pPr indent="-34290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  <a:defRPr>
                <a:solidFill>
                  <a:srgbClr val="635C5B"/>
                </a:solidFill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35C5B"/>
              </a:buClr>
              <a:buSzPts val="1600"/>
              <a:buChar char="–"/>
              <a:defRPr>
                <a:solidFill>
                  <a:srgbClr val="635C5B"/>
                </a:solidFill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/White 3 Content">
  <p:cSld name="Red/White 3 Content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idx="11" type="ftr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646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" type="body"/>
          </p:nvPr>
        </p:nvSpPr>
        <p:spPr>
          <a:xfrm>
            <a:off x="685800" y="1447800"/>
            <a:ext cx="2438400" cy="47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2000"/>
              <a:buChar char="•"/>
              <a:defRPr>
                <a:solidFill>
                  <a:srgbClr val="635C5B"/>
                </a:solidFill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2000"/>
              <a:buChar char="–"/>
              <a:defRPr>
                <a:solidFill>
                  <a:srgbClr val="635C5B"/>
                </a:solidFill>
              </a:defRPr>
            </a:lvl2pPr>
            <a:lvl3pPr indent="-34290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  <a:defRPr>
                <a:solidFill>
                  <a:srgbClr val="635C5B"/>
                </a:solidFill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35C5B"/>
              </a:buClr>
              <a:buSzPts val="1600"/>
              <a:buChar char="–"/>
              <a:defRPr>
                <a:solidFill>
                  <a:srgbClr val="635C5B"/>
                </a:solidFill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type="title"/>
          </p:nvPr>
        </p:nvSpPr>
        <p:spPr>
          <a:xfrm>
            <a:off x="686104" y="488775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3352800" y="1447800"/>
            <a:ext cx="2438400" cy="47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2000"/>
              <a:buChar char="•"/>
              <a:defRPr>
                <a:solidFill>
                  <a:srgbClr val="635C5B"/>
                </a:solidFill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2000"/>
              <a:buChar char="–"/>
              <a:defRPr>
                <a:solidFill>
                  <a:srgbClr val="635C5B"/>
                </a:solidFill>
              </a:defRPr>
            </a:lvl2pPr>
            <a:lvl3pPr indent="-34290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  <a:defRPr>
                <a:solidFill>
                  <a:srgbClr val="635C5B"/>
                </a:solidFill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35C5B"/>
              </a:buClr>
              <a:buSzPts val="1600"/>
              <a:buChar char="–"/>
              <a:defRPr>
                <a:solidFill>
                  <a:srgbClr val="635C5B"/>
                </a:solidFill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3" type="body"/>
          </p:nvPr>
        </p:nvSpPr>
        <p:spPr>
          <a:xfrm>
            <a:off x="6025400" y="1447800"/>
            <a:ext cx="2438400" cy="47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2000"/>
              <a:buChar char="•"/>
              <a:defRPr>
                <a:solidFill>
                  <a:srgbClr val="635C5B"/>
                </a:solidFill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2000"/>
              <a:buChar char="–"/>
              <a:defRPr>
                <a:solidFill>
                  <a:srgbClr val="635C5B"/>
                </a:solidFill>
              </a:defRPr>
            </a:lvl2pPr>
            <a:lvl3pPr indent="-34290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  <a:defRPr>
                <a:solidFill>
                  <a:srgbClr val="635C5B"/>
                </a:solidFill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35C5B"/>
              </a:buClr>
              <a:buSzPts val="1600"/>
              <a:buChar char="–"/>
              <a:defRPr>
                <a:solidFill>
                  <a:srgbClr val="635C5B"/>
                </a:solidFill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/White 1 Content + Bottom Photo">
  <p:cSld name="Red/White 1 Content + Bottom Photo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4"/>
          <p:cNvSpPr/>
          <p:nvPr>
            <p:ph idx="2" type="pic"/>
          </p:nvPr>
        </p:nvSpPr>
        <p:spPr>
          <a:xfrm>
            <a:off x="152400" y="3429000"/>
            <a:ext cx="8839200" cy="3276600"/>
          </a:xfrm>
          <a:prstGeom prst="rect">
            <a:avLst/>
          </a:prstGeom>
          <a:solidFill>
            <a:srgbClr val="E7E7E5"/>
          </a:solidFill>
          <a:ln>
            <a:noFill/>
          </a:ln>
        </p:spPr>
      </p:sp>
      <p:sp>
        <p:nvSpPr>
          <p:cNvPr id="61" name="Google Shape;61;p24"/>
          <p:cNvSpPr txBox="1"/>
          <p:nvPr>
            <p:ph idx="1" type="body"/>
          </p:nvPr>
        </p:nvSpPr>
        <p:spPr>
          <a:xfrm rot="-5400000">
            <a:off x="7527667" y="47082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4"/>
          <p:cNvSpPr txBox="1"/>
          <p:nvPr>
            <p:ph idx="3" type="body"/>
          </p:nvPr>
        </p:nvSpPr>
        <p:spPr>
          <a:xfrm>
            <a:off x="685800" y="1447800"/>
            <a:ext cx="777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2000"/>
              <a:buChar char="•"/>
              <a:defRPr>
                <a:solidFill>
                  <a:srgbClr val="635C5B"/>
                </a:solidFill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2000"/>
              <a:buChar char="–"/>
              <a:defRPr>
                <a:solidFill>
                  <a:srgbClr val="635C5B"/>
                </a:solidFill>
              </a:defRPr>
            </a:lvl2pPr>
            <a:lvl3pPr indent="-34290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  <a:defRPr>
                <a:solidFill>
                  <a:srgbClr val="635C5B"/>
                </a:solidFill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35C5B"/>
              </a:buClr>
              <a:buSzPts val="1600"/>
              <a:buChar char="–"/>
              <a:defRPr>
                <a:solidFill>
                  <a:srgbClr val="635C5B"/>
                </a:solidFill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type="title"/>
          </p:nvPr>
        </p:nvSpPr>
        <p:spPr>
          <a:xfrm>
            <a:off x="686104" y="488775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/White 1 Content + Right Photo">
  <p:cSld name="Red/White 1 Content + Right Photo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5"/>
          <p:cNvSpPr/>
          <p:nvPr>
            <p:ph idx="2" type="pic"/>
          </p:nvPr>
        </p:nvSpPr>
        <p:spPr>
          <a:xfrm>
            <a:off x="4572000" y="152400"/>
            <a:ext cx="4419600" cy="6553200"/>
          </a:xfrm>
          <a:prstGeom prst="rect">
            <a:avLst/>
          </a:prstGeom>
          <a:solidFill>
            <a:srgbClr val="E7E7E5"/>
          </a:solidFill>
          <a:ln>
            <a:noFill/>
          </a:ln>
        </p:spPr>
      </p:sp>
      <p:sp>
        <p:nvSpPr>
          <p:cNvPr id="66" name="Google Shape;66;p25"/>
          <p:cNvSpPr txBox="1"/>
          <p:nvPr>
            <p:ph idx="1" type="body"/>
          </p:nvPr>
        </p:nvSpPr>
        <p:spPr>
          <a:xfrm rot="-5400000">
            <a:off x="7527667" y="14316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3" type="body"/>
          </p:nvPr>
        </p:nvSpPr>
        <p:spPr>
          <a:xfrm>
            <a:off x="685800" y="1447800"/>
            <a:ext cx="3381000" cy="47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2000"/>
              <a:buChar char="•"/>
              <a:defRPr>
                <a:solidFill>
                  <a:srgbClr val="635C5B"/>
                </a:solidFill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2000"/>
              <a:buChar char="–"/>
              <a:defRPr>
                <a:solidFill>
                  <a:srgbClr val="635C5B"/>
                </a:solidFill>
              </a:defRPr>
            </a:lvl2pPr>
            <a:lvl3pPr indent="-342900" lvl="2" marL="1371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  <a:defRPr>
                <a:solidFill>
                  <a:srgbClr val="635C5B"/>
                </a:solidFill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35C5B"/>
              </a:buClr>
              <a:buSzPts val="1600"/>
              <a:buChar char="–"/>
              <a:defRPr>
                <a:solidFill>
                  <a:srgbClr val="635C5B"/>
                </a:solidFill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type="title"/>
          </p:nvPr>
        </p:nvSpPr>
        <p:spPr>
          <a:xfrm>
            <a:off x="685925" y="488775"/>
            <a:ext cx="3381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/White Title Only">
  <p:cSld name="Red/White Title Only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/>
          <p:nvPr>
            <p:ph idx="2" type="pic"/>
          </p:nvPr>
        </p:nvSpPr>
        <p:spPr>
          <a:xfrm>
            <a:off x="152400" y="152400"/>
            <a:ext cx="4419600" cy="6553200"/>
          </a:xfrm>
          <a:prstGeom prst="rect">
            <a:avLst/>
          </a:prstGeom>
          <a:solidFill>
            <a:srgbClr val="E7E7E5"/>
          </a:solidFill>
          <a:ln>
            <a:noFill/>
          </a:ln>
        </p:spPr>
      </p:sp>
      <p:sp>
        <p:nvSpPr>
          <p:cNvPr id="71" name="Google Shape;71;p26"/>
          <p:cNvSpPr txBox="1"/>
          <p:nvPr>
            <p:ph type="title"/>
          </p:nvPr>
        </p:nvSpPr>
        <p:spPr>
          <a:xfrm>
            <a:off x="4877104" y="2971800"/>
            <a:ext cx="3885896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Full Blue">
  <p:cSld name="Cover - Full Blue">
    <p:bg>
      <p:bgPr>
        <a:solidFill>
          <a:srgbClr val="002F6C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1522" y="685800"/>
            <a:ext cx="1813366" cy="54401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7"/>
          <p:cNvSpPr txBox="1"/>
          <p:nvPr>
            <p:ph idx="10" type="dt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1" type="ftr"/>
          </p:nvPr>
        </p:nvSpPr>
        <p:spPr>
          <a:xfrm>
            <a:off x="3124200" y="6520934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2" type="sldNum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27"/>
          <p:cNvSpPr txBox="1"/>
          <p:nvPr>
            <p:ph type="ctrTitle"/>
          </p:nvPr>
        </p:nvSpPr>
        <p:spPr>
          <a:xfrm>
            <a:off x="685800" y="2133600"/>
            <a:ext cx="5486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  <a:defRPr sz="3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" type="subTitle"/>
          </p:nvPr>
        </p:nvSpPr>
        <p:spPr>
          <a:xfrm>
            <a:off x="685800" y="4114800"/>
            <a:ext cx="3429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cxnSp>
        <p:nvCxnSpPr>
          <p:cNvPr id="79" name="Google Shape;79;p27"/>
          <p:cNvCxnSpPr/>
          <p:nvPr/>
        </p:nvCxnSpPr>
        <p:spPr>
          <a:xfrm>
            <a:off x="762000" y="3886200"/>
            <a:ext cx="32004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Full Blue">
  <p:cSld name="Divider - Full Blue">
    <p:bg>
      <p:bgPr>
        <a:solidFill>
          <a:srgbClr val="002F6C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8"/>
          <p:cNvSpPr txBox="1"/>
          <p:nvPr>
            <p:ph type="title"/>
          </p:nvPr>
        </p:nvSpPr>
        <p:spPr>
          <a:xfrm>
            <a:off x="1143000" y="827782"/>
            <a:ext cx="54864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  <a:defRPr sz="3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0" type="dt"/>
          </p:nvPr>
        </p:nvSpPr>
        <p:spPr>
          <a:xfrm>
            <a:off x="1524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1" type="ftr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2" type="sldNum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5" name="Google Shape;8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2285" y="5943600"/>
            <a:ext cx="15240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" name="Google Shape;86;p28"/>
          <p:cNvCxnSpPr/>
          <p:nvPr/>
        </p:nvCxnSpPr>
        <p:spPr>
          <a:xfrm>
            <a:off x="746760" y="990600"/>
            <a:ext cx="32004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Gray 1 Content">
  <p:cSld name="Blue/Gray 1 Content">
    <p:bg>
      <p:bgPr>
        <a:solidFill>
          <a:srgbClr val="E7E7E5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9"/>
          <p:cNvSpPr txBox="1"/>
          <p:nvPr>
            <p:ph idx="1" type="body"/>
          </p:nvPr>
        </p:nvSpPr>
        <p:spPr>
          <a:xfrm>
            <a:off x="685800" y="154883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C6463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9"/>
          <p:cNvSpPr txBox="1"/>
          <p:nvPr>
            <p:ph idx="10" type="dt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11" type="ftr"/>
          </p:nvPr>
        </p:nvSpPr>
        <p:spPr>
          <a:xfrm>
            <a:off x="3124200" y="6520934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12" type="sldNum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29"/>
          <p:cNvSpPr txBox="1"/>
          <p:nvPr>
            <p:ph type="title"/>
          </p:nvPr>
        </p:nvSpPr>
        <p:spPr>
          <a:xfrm>
            <a:off x="685804" y="520075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Gray 2 Content">
  <p:cSld name="Blue/Gray 2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0"/>
          <p:cNvSpPr txBox="1"/>
          <p:nvPr>
            <p:ph idx="1" type="body"/>
          </p:nvPr>
        </p:nvSpPr>
        <p:spPr>
          <a:xfrm>
            <a:off x="686104" y="1600200"/>
            <a:ext cx="380969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»"/>
              <a:defRPr sz="1600">
                <a:solidFill>
                  <a:srgbClr val="6C6463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5" name="Google Shape;95;p30"/>
          <p:cNvSpPr txBox="1"/>
          <p:nvPr>
            <p:ph idx="2" type="body"/>
          </p:nvPr>
        </p:nvSpPr>
        <p:spPr>
          <a:xfrm>
            <a:off x="4648200" y="1600200"/>
            <a:ext cx="3810304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»"/>
              <a:defRPr sz="1600">
                <a:solidFill>
                  <a:srgbClr val="6C6463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6" name="Google Shape;96;p30"/>
          <p:cNvSpPr txBox="1"/>
          <p:nvPr>
            <p:ph idx="10" type="dt"/>
          </p:nvPr>
        </p:nvSpPr>
        <p:spPr>
          <a:xfrm>
            <a:off x="1524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646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0"/>
          <p:cNvSpPr txBox="1"/>
          <p:nvPr>
            <p:ph idx="11" type="ftr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646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0"/>
          <p:cNvSpPr txBox="1"/>
          <p:nvPr>
            <p:ph idx="12" type="sldNum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30"/>
          <p:cNvSpPr txBox="1"/>
          <p:nvPr>
            <p:ph type="title"/>
          </p:nvPr>
        </p:nvSpPr>
        <p:spPr>
          <a:xfrm>
            <a:off x="685804" y="520075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Gray 3 Content">
  <p:cSld name="Blue/Gray 3 Content">
    <p:bg>
      <p:bgPr>
        <a:solidFill>
          <a:srgbClr val="E7E7E5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1"/>
          <p:cNvSpPr txBox="1"/>
          <p:nvPr>
            <p:ph idx="1" type="body"/>
          </p:nvPr>
        </p:nvSpPr>
        <p:spPr>
          <a:xfrm>
            <a:off x="686104" y="1600200"/>
            <a:ext cx="251429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Char char="»"/>
              <a:defRPr sz="16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2" name="Google Shape;102;p31"/>
          <p:cNvSpPr txBox="1"/>
          <p:nvPr>
            <p:ph idx="2" type="body"/>
          </p:nvPr>
        </p:nvSpPr>
        <p:spPr>
          <a:xfrm>
            <a:off x="5943600" y="1600200"/>
            <a:ext cx="2514904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Char char="»"/>
              <a:defRPr sz="16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3" name="Google Shape;103;p31"/>
          <p:cNvSpPr txBox="1"/>
          <p:nvPr>
            <p:ph idx="10" type="dt"/>
          </p:nvPr>
        </p:nvSpPr>
        <p:spPr>
          <a:xfrm>
            <a:off x="1524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646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1"/>
          <p:cNvSpPr txBox="1"/>
          <p:nvPr>
            <p:ph idx="11" type="ftr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646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1"/>
          <p:cNvSpPr txBox="1"/>
          <p:nvPr>
            <p:ph idx="12" type="sldNum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1"/>
          <p:cNvSpPr txBox="1"/>
          <p:nvPr>
            <p:ph type="title"/>
          </p:nvPr>
        </p:nvSpPr>
        <p:spPr>
          <a:xfrm>
            <a:off x="685804" y="520075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1"/>
          <p:cNvSpPr txBox="1"/>
          <p:nvPr>
            <p:ph idx="3" type="body"/>
          </p:nvPr>
        </p:nvSpPr>
        <p:spPr>
          <a:xfrm>
            <a:off x="3314548" y="1600200"/>
            <a:ext cx="2514904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Char char="»"/>
              <a:defRPr sz="16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Gray 1 Content + Bottom Photo">
  <p:cSld name="Blue/Gray 1 Content + Bottom Photo">
    <p:bg>
      <p:bgPr>
        <a:solidFill>
          <a:srgbClr val="E7E7E5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2"/>
          <p:cNvSpPr/>
          <p:nvPr>
            <p:ph idx="2" type="pic"/>
          </p:nvPr>
        </p:nvSpPr>
        <p:spPr>
          <a:xfrm>
            <a:off x="152400" y="3429000"/>
            <a:ext cx="8839200" cy="32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0" name="Google Shape;110;p32"/>
          <p:cNvSpPr txBox="1"/>
          <p:nvPr>
            <p:ph idx="1" type="body"/>
          </p:nvPr>
        </p:nvSpPr>
        <p:spPr>
          <a:xfrm rot="-5400000">
            <a:off x="7527667" y="47082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32"/>
          <p:cNvSpPr txBox="1"/>
          <p:nvPr>
            <p:ph idx="3" type="body"/>
          </p:nvPr>
        </p:nvSpPr>
        <p:spPr>
          <a:xfrm>
            <a:off x="685800" y="1600200"/>
            <a:ext cx="777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32"/>
          <p:cNvSpPr txBox="1"/>
          <p:nvPr>
            <p:ph idx="10" type="dt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2"/>
          <p:cNvSpPr txBox="1"/>
          <p:nvPr>
            <p:ph idx="11" type="ftr"/>
          </p:nvPr>
        </p:nvSpPr>
        <p:spPr>
          <a:xfrm>
            <a:off x="3124200" y="6520934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2"/>
          <p:cNvSpPr txBox="1"/>
          <p:nvPr>
            <p:ph idx="12" type="sldNum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32"/>
          <p:cNvSpPr txBox="1"/>
          <p:nvPr>
            <p:ph type="title"/>
          </p:nvPr>
        </p:nvSpPr>
        <p:spPr>
          <a:xfrm>
            <a:off x="685804" y="520075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Gray 1 Content + Right Photo">
  <p:cSld name="Blue/Gray 1 Content + Right Photo">
    <p:bg>
      <p:bgPr>
        <a:solidFill>
          <a:srgbClr val="E7E7E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3"/>
          <p:cNvSpPr/>
          <p:nvPr>
            <p:ph idx="2" type="pic"/>
          </p:nvPr>
        </p:nvSpPr>
        <p:spPr>
          <a:xfrm>
            <a:off x="4572000" y="152400"/>
            <a:ext cx="4419600" cy="65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8" name="Google Shape;118;p33"/>
          <p:cNvSpPr txBox="1"/>
          <p:nvPr>
            <p:ph idx="10" type="dt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3"/>
          <p:cNvSpPr txBox="1"/>
          <p:nvPr>
            <p:ph idx="12" type="sldNum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33"/>
          <p:cNvSpPr txBox="1"/>
          <p:nvPr>
            <p:ph idx="1" type="body"/>
          </p:nvPr>
        </p:nvSpPr>
        <p:spPr>
          <a:xfrm>
            <a:off x="685800" y="2057400"/>
            <a:ext cx="3657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33"/>
          <p:cNvSpPr txBox="1"/>
          <p:nvPr>
            <p:ph type="title"/>
          </p:nvPr>
        </p:nvSpPr>
        <p:spPr>
          <a:xfrm>
            <a:off x="685800" y="408204"/>
            <a:ext cx="3657296" cy="1389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3"/>
          <p:cNvSpPr txBox="1"/>
          <p:nvPr>
            <p:ph idx="3" type="body"/>
          </p:nvPr>
        </p:nvSpPr>
        <p:spPr>
          <a:xfrm rot="-5400000">
            <a:off x="7527667" y="14316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Gray Title Only">
  <p:cSld name="Blue/Gray Title Only">
    <p:bg>
      <p:bgPr>
        <a:solidFill>
          <a:srgbClr val="E7E7E5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4"/>
          <p:cNvSpPr/>
          <p:nvPr>
            <p:ph idx="2" type="pic"/>
          </p:nvPr>
        </p:nvSpPr>
        <p:spPr>
          <a:xfrm>
            <a:off x="152400" y="152400"/>
            <a:ext cx="4419600" cy="65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5" name="Google Shape;125;p34"/>
          <p:cNvSpPr txBox="1"/>
          <p:nvPr>
            <p:ph idx="10" type="dt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4"/>
          <p:cNvSpPr txBox="1"/>
          <p:nvPr>
            <p:ph idx="12" type="sldNum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34"/>
          <p:cNvSpPr txBox="1"/>
          <p:nvPr>
            <p:ph idx="1" type="body"/>
          </p:nvPr>
        </p:nvSpPr>
        <p:spPr>
          <a:xfrm rot="-5400000">
            <a:off x="3108067" y="14316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34"/>
          <p:cNvSpPr txBox="1"/>
          <p:nvPr>
            <p:ph type="title"/>
          </p:nvPr>
        </p:nvSpPr>
        <p:spPr>
          <a:xfrm>
            <a:off x="4877104" y="2971800"/>
            <a:ext cx="3885896" cy="9541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White 1 Content">
  <p:cSld name="Blue/White 1 Content"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5"/>
          <p:cNvSpPr txBox="1"/>
          <p:nvPr>
            <p:ph idx="1" type="body"/>
          </p:nvPr>
        </p:nvSpPr>
        <p:spPr>
          <a:xfrm>
            <a:off x="685800" y="16002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C6463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35"/>
          <p:cNvSpPr txBox="1"/>
          <p:nvPr>
            <p:ph idx="10" type="dt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5"/>
          <p:cNvSpPr txBox="1"/>
          <p:nvPr>
            <p:ph idx="11" type="ftr"/>
          </p:nvPr>
        </p:nvSpPr>
        <p:spPr>
          <a:xfrm>
            <a:off x="3124200" y="6520934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5"/>
          <p:cNvSpPr txBox="1"/>
          <p:nvPr>
            <p:ph idx="12" type="sldNum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35"/>
          <p:cNvSpPr txBox="1"/>
          <p:nvPr>
            <p:ph type="title"/>
          </p:nvPr>
        </p:nvSpPr>
        <p:spPr>
          <a:xfrm>
            <a:off x="685804" y="520075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White 2 Content">
  <p:cSld name="Blue/White 2 Content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6"/>
          <p:cNvSpPr txBox="1"/>
          <p:nvPr>
            <p:ph idx="1" type="body"/>
          </p:nvPr>
        </p:nvSpPr>
        <p:spPr>
          <a:xfrm>
            <a:off x="686104" y="1600200"/>
            <a:ext cx="380969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»"/>
              <a:defRPr sz="1600">
                <a:solidFill>
                  <a:srgbClr val="6C6463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7" name="Google Shape;137;p36"/>
          <p:cNvSpPr txBox="1"/>
          <p:nvPr>
            <p:ph idx="2" type="body"/>
          </p:nvPr>
        </p:nvSpPr>
        <p:spPr>
          <a:xfrm>
            <a:off x="4648200" y="1600200"/>
            <a:ext cx="3810304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»"/>
              <a:defRPr sz="1600">
                <a:solidFill>
                  <a:srgbClr val="6C6463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8" name="Google Shape;138;p36"/>
          <p:cNvSpPr txBox="1"/>
          <p:nvPr>
            <p:ph idx="10" type="dt"/>
          </p:nvPr>
        </p:nvSpPr>
        <p:spPr>
          <a:xfrm>
            <a:off x="1524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646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6"/>
          <p:cNvSpPr txBox="1"/>
          <p:nvPr>
            <p:ph idx="11" type="ftr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646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6"/>
          <p:cNvSpPr txBox="1"/>
          <p:nvPr>
            <p:ph idx="12" type="sldNum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36"/>
          <p:cNvSpPr txBox="1"/>
          <p:nvPr>
            <p:ph type="title"/>
          </p:nvPr>
        </p:nvSpPr>
        <p:spPr>
          <a:xfrm>
            <a:off x="685804" y="520075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White 3 Content">
  <p:cSld name="Blue/White 3 Content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7"/>
          <p:cNvSpPr txBox="1"/>
          <p:nvPr>
            <p:ph idx="1" type="body"/>
          </p:nvPr>
        </p:nvSpPr>
        <p:spPr>
          <a:xfrm>
            <a:off x="686104" y="1600200"/>
            <a:ext cx="251429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Char char="»"/>
              <a:defRPr sz="16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44" name="Google Shape;144;p37"/>
          <p:cNvSpPr txBox="1"/>
          <p:nvPr>
            <p:ph idx="2" type="body"/>
          </p:nvPr>
        </p:nvSpPr>
        <p:spPr>
          <a:xfrm>
            <a:off x="5943600" y="1600200"/>
            <a:ext cx="2514904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Char char="»"/>
              <a:defRPr sz="16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45" name="Google Shape;145;p37"/>
          <p:cNvSpPr txBox="1"/>
          <p:nvPr>
            <p:ph idx="10" type="dt"/>
          </p:nvPr>
        </p:nvSpPr>
        <p:spPr>
          <a:xfrm>
            <a:off x="1524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646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7"/>
          <p:cNvSpPr txBox="1"/>
          <p:nvPr>
            <p:ph idx="11" type="ftr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646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7"/>
          <p:cNvSpPr txBox="1"/>
          <p:nvPr>
            <p:ph idx="12" type="sldNum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37"/>
          <p:cNvSpPr txBox="1"/>
          <p:nvPr>
            <p:ph type="title"/>
          </p:nvPr>
        </p:nvSpPr>
        <p:spPr>
          <a:xfrm>
            <a:off x="685804" y="520075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7"/>
          <p:cNvSpPr txBox="1"/>
          <p:nvPr>
            <p:ph idx="3" type="body"/>
          </p:nvPr>
        </p:nvSpPr>
        <p:spPr>
          <a:xfrm>
            <a:off x="3314548" y="1600200"/>
            <a:ext cx="2514904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Char char="»"/>
              <a:defRPr sz="16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White 1 Content + Bottom Photo">
  <p:cSld name="Blue/White 1 Content + Bottom Photo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8"/>
          <p:cNvSpPr/>
          <p:nvPr>
            <p:ph idx="2" type="pic"/>
          </p:nvPr>
        </p:nvSpPr>
        <p:spPr>
          <a:xfrm>
            <a:off x="152400" y="3429000"/>
            <a:ext cx="8839200" cy="3276600"/>
          </a:xfrm>
          <a:prstGeom prst="rect">
            <a:avLst/>
          </a:prstGeom>
          <a:solidFill>
            <a:srgbClr val="E7E7E5"/>
          </a:solidFill>
          <a:ln>
            <a:noFill/>
          </a:ln>
        </p:spPr>
      </p:sp>
      <p:sp>
        <p:nvSpPr>
          <p:cNvPr id="152" name="Google Shape;152;p38"/>
          <p:cNvSpPr txBox="1"/>
          <p:nvPr>
            <p:ph idx="1" type="body"/>
          </p:nvPr>
        </p:nvSpPr>
        <p:spPr>
          <a:xfrm rot="-5400000">
            <a:off x="7527667" y="47082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38"/>
          <p:cNvSpPr txBox="1"/>
          <p:nvPr>
            <p:ph idx="3" type="body"/>
          </p:nvPr>
        </p:nvSpPr>
        <p:spPr>
          <a:xfrm>
            <a:off x="685800" y="1600200"/>
            <a:ext cx="777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10" type="dt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8"/>
          <p:cNvSpPr txBox="1"/>
          <p:nvPr>
            <p:ph idx="11" type="ftr"/>
          </p:nvPr>
        </p:nvSpPr>
        <p:spPr>
          <a:xfrm>
            <a:off x="3124200" y="6520934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8"/>
          <p:cNvSpPr txBox="1"/>
          <p:nvPr>
            <p:ph idx="12" type="sldNum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38"/>
          <p:cNvSpPr txBox="1"/>
          <p:nvPr>
            <p:ph type="title"/>
          </p:nvPr>
        </p:nvSpPr>
        <p:spPr>
          <a:xfrm>
            <a:off x="685804" y="520075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White 1 Content + Right Photo">
  <p:cSld name="Blue/White 1 Content + Right Photo"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9"/>
          <p:cNvSpPr/>
          <p:nvPr>
            <p:ph idx="2" type="pic"/>
          </p:nvPr>
        </p:nvSpPr>
        <p:spPr>
          <a:xfrm>
            <a:off x="4572000" y="152400"/>
            <a:ext cx="4419600" cy="6553200"/>
          </a:xfrm>
          <a:prstGeom prst="rect">
            <a:avLst/>
          </a:prstGeom>
          <a:solidFill>
            <a:srgbClr val="E7E7E5"/>
          </a:solidFill>
          <a:ln>
            <a:noFill/>
          </a:ln>
        </p:spPr>
      </p:sp>
      <p:sp>
        <p:nvSpPr>
          <p:cNvPr id="160" name="Google Shape;160;p39"/>
          <p:cNvSpPr txBox="1"/>
          <p:nvPr>
            <p:ph idx="10" type="dt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9"/>
          <p:cNvSpPr txBox="1"/>
          <p:nvPr>
            <p:ph idx="12" type="sldNum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39"/>
          <p:cNvSpPr txBox="1"/>
          <p:nvPr>
            <p:ph idx="1" type="body"/>
          </p:nvPr>
        </p:nvSpPr>
        <p:spPr>
          <a:xfrm>
            <a:off x="685800" y="2057400"/>
            <a:ext cx="3657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39"/>
          <p:cNvSpPr txBox="1"/>
          <p:nvPr>
            <p:ph type="title"/>
          </p:nvPr>
        </p:nvSpPr>
        <p:spPr>
          <a:xfrm>
            <a:off x="685800" y="408204"/>
            <a:ext cx="3657296" cy="1389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9"/>
          <p:cNvSpPr txBox="1"/>
          <p:nvPr>
            <p:ph idx="3" type="body"/>
          </p:nvPr>
        </p:nvSpPr>
        <p:spPr>
          <a:xfrm rot="-5400000">
            <a:off x="7527667" y="14316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White Title + Left Photo">
  <p:cSld name="Blue/White Title + Left Photo"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0"/>
          <p:cNvSpPr/>
          <p:nvPr>
            <p:ph idx="2" type="pic"/>
          </p:nvPr>
        </p:nvSpPr>
        <p:spPr>
          <a:xfrm>
            <a:off x="152400" y="152400"/>
            <a:ext cx="4419600" cy="6553200"/>
          </a:xfrm>
          <a:prstGeom prst="rect">
            <a:avLst/>
          </a:prstGeom>
          <a:solidFill>
            <a:srgbClr val="E7E7E5"/>
          </a:solidFill>
          <a:ln>
            <a:noFill/>
          </a:ln>
        </p:spPr>
      </p:sp>
      <p:sp>
        <p:nvSpPr>
          <p:cNvPr id="167" name="Google Shape;167;p40"/>
          <p:cNvSpPr txBox="1"/>
          <p:nvPr>
            <p:ph idx="10" type="dt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40"/>
          <p:cNvSpPr txBox="1"/>
          <p:nvPr>
            <p:ph idx="12" type="sldNum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40"/>
          <p:cNvSpPr txBox="1"/>
          <p:nvPr>
            <p:ph idx="1" type="body"/>
          </p:nvPr>
        </p:nvSpPr>
        <p:spPr>
          <a:xfrm rot="-5400000">
            <a:off x="3108067" y="14316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40"/>
          <p:cNvSpPr txBox="1"/>
          <p:nvPr>
            <p:ph type="title"/>
          </p:nvPr>
        </p:nvSpPr>
        <p:spPr>
          <a:xfrm>
            <a:off x="4877104" y="2971800"/>
            <a:ext cx="3885896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Red/Gray 1 Content + Right Photo">
  <p:cSld name="1_Red/Gray 1 Content + Right Photo">
    <p:bg>
      <p:bgPr>
        <a:solidFill>
          <a:srgbClr val="E7E7E5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0"/>
          <p:cNvSpPr txBox="1"/>
          <p:nvPr>
            <p:ph idx="10" type="dt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50"/>
          <p:cNvSpPr txBox="1"/>
          <p:nvPr>
            <p:ph idx="12" type="sldNum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50"/>
          <p:cNvSpPr txBox="1"/>
          <p:nvPr>
            <p:ph idx="1" type="body"/>
          </p:nvPr>
        </p:nvSpPr>
        <p:spPr>
          <a:xfrm>
            <a:off x="685800" y="2057401"/>
            <a:ext cx="3657600" cy="411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1800">
                <a:solidFill>
                  <a:srgbClr val="6C6463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600">
                <a:solidFill>
                  <a:srgbClr val="6C6463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400"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175" name="Google Shape;175;p50"/>
          <p:cNvSpPr txBox="1"/>
          <p:nvPr>
            <p:ph type="title"/>
          </p:nvPr>
        </p:nvSpPr>
        <p:spPr>
          <a:xfrm>
            <a:off x="685800" y="843985"/>
            <a:ext cx="3657296" cy="9541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cap="none">
                <a:solidFill>
                  <a:srgbClr val="BA0C2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50"/>
          <p:cNvSpPr txBox="1"/>
          <p:nvPr>
            <p:ph idx="2" type="body"/>
          </p:nvPr>
        </p:nvSpPr>
        <p:spPr>
          <a:xfrm rot="-5400000">
            <a:off x="7527667" y="14316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6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177" name="Google Shape;177;p50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E7E5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685804" y="520075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BA0C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685800" y="1434475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35C5B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Font typeface="Arial"/>
              <a:buChar char="»"/>
              <a:defRPr b="0" i="0" sz="14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1524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0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fmla="val 2222" name="adj1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"/>
          <p:cNvSpPr txBox="1"/>
          <p:nvPr>
            <p:ph idx="4294967295" type="sldNum"/>
          </p:nvPr>
        </p:nvSpPr>
        <p:spPr>
          <a:xfrm>
            <a:off x="6858000" y="6520934"/>
            <a:ext cx="213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2"/>
          <p:cNvSpPr txBox="1"/>
          <p:nvPr/>
        </p:nvSpPr>
        <p:spPr>
          <a:xfrm>
            <a:off x="152400" y="3100211"/>
            <a:ext cx="8839200" cy="2369839"/>
          </a:xfrm>
          <a:prstGeom prst="rect">
            <a:avLst/>
          </a:prstGeom>
          <a:solidFill>
            <a:schemeClr val="dk1">
              <a:alpha val="4745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</a:pPr>
            <a:r>
              <a:t/>
            </a:r>
            <a:endParaRPr b="0" i="0" sz="37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</a:pPr>
            <a:r>
              <a:t/>
            </a:r>
            <a:endParaRPr b="0" i="0" sz="37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</a:pPr>
            <a:r>
              <a:t/>
            </a:r>
            <a:endParaRPr b="0" i="0" sz="37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</a:pPr>
            <a:r>
              <a:t/>
            </a:r>
            <a:endParaRPr b="0" i="0" sz="37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4" name="Google Shape;184;p2"/>
          <p:cNvSpPr txBox="1"/>
          <p:nvPr>
            <p:ph type="ctrTitle"/>
          </p:nvPr>
        </p:nvSpPr>
        <p:spPr>
          <a:xfrm>
            <a:off x="685800" y="2705100"/>
            <a:ext cx="7798800" cy="1600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2640">
                <a:solidFill>
                  <a:schemeClr val="lt1"/>
                </a:solidFill>
              </a:rPr>
              <a:t>WOMEN’S POLITICAL PARTICIPATION AND LEADERSHIP ASSESSMENT: </a:t>
            </a:r>
            <a:r>
              <a:rPr lang="en-US" sz="2640">
                <a:solidFill>
                  <a:schemeClr val="lt1"/>
                </a:solidFill>
              </a:rPr>
              <a:t>COLOMBIA</a:t>
            </a:r>
            <a:endParaRPr sz="2280"/>
          </a:p>
        </p:txBody>
      </p:sp>
      <p:sp>
        <p:nvSpPr>
          <p:cNvPr id="185" name="Google Shape;185;p2"/>
          <p:cNvSpPr txBox="1"/>
          <p:nvPr>
            <p:ph idx="1" type="subTitle"/>
          </p:nvPr>
        </p:nvSpPr>
        <p:spPr>
          <a:xfrm>
            <a:off x="685800" y="4294125"/>
            <a:ext cx="4204800" cy="16002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CCCCCC"/>
                </a:solidFill>
              </a:rPr>
              <a:t>FINDINGS PRESENTATION</a:t>
            </a:r>
            <a:endParaRPr sz="220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>
                <a:solidFill>
                  <a:srgbClr val="CCCCCC"/>
                </a:solidFill>
              </a:rPr>
              <a:t>Date, 2023</a:t>
            </a:r>
            <a:endParaRPr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"/>
          <p:cNvSpPr txBox="1"/>
          <p:nvPr>
            <p:ph type="title"/>
          </p:nvPr>
        </p:nvSpPr>
        <p:spPr>
          <a:xfrm>
            <a:off x="1143000" y="827775"/>
            <a:ext cx="6893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91" name="Google Shape;191;p3"/>
          <p:cNvSpPr txBox="1"/>
          <p:nvPr/>
        </p:nvSpPr>
        <p:spPr>
          <a:xfrm>
            <a:off x="1143000" y="1524925"/>
            <a:ext cx="65337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Assessment Purpose &amp; Approach </a:t>
            </a:r>
            <a:endParaRPr sz="26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Methodology </a:t>
            </a:r>
            <a:endParaRPr sz="26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Barriers &amp; Opportunities</a:t>
            </a:r>
            <a:endParaRPr sz="26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Recommendations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"/>
          <p:cNvSpPr txBox="1"/>
          <p:nvPr>
            <p:ph idx="1" type="body"/>
          </p:nvPr>
        </p:nvSpPr>
        <p:spPr>
          <a:xfrm>
            <a:off x="685800" y="1447800"/>
            <a:ext cx="7772400" cy="46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The study of women’s political leadership in Colombia investigated the barriers to and opportunities for expanding women’s participation and leadership in the political landscape. 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It used the Women’s Political Participation and Leadership (WPPL) Assessment Framework to document women’s access to and power in politics along socio-cultural, institutional, and individual dimensions.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The assessment analyzed WPPL through the lenses of access and power.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USAID can use the report’s findings to identify priority areas in which its investments are likely to have the greatest impact.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98" name="Google Shape;198;p4"/>
          <p:cNvSpPr txBox="1"/>
          <p:nvPr>
            <p:ph idx="4294967295" type="title"/>
          </p:nvPr>
        </p:nvSpPr>
        <p:spPr>
          <a:xfrm>
            <a:off x="686101" y="911400"/>
            <a:ext cx="667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</a:pPr>
            <a:r>
              <a:rPr lang="en-US"/>
              <a:t>ASSESSMENT PURPOSE AND APPROACH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0cd75bd0_0_15"/>
          <p:cNvSpPr txBox="1"/>
          <p:nvPr>
            <p:ph idx="4294967295" type="title"/>
          </p:nvPr>
        </p:nvSpPr>
        <p:spPr>
          <a:xfrm>
            <a:off x="685804" y="520075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METHODOLOGY</a:t>
            </a:r>
            <a:endParaRPr/>
          </a:p>
        </p:txBody>
      </p:sp>
      <p:sp>
        <p:nvSpPr>
          <p:cNvPr id="205" name="Google Shape;205;g540cd75bd0_0_15"/>
          <p:cNvSpPr txBox="1"/>
          <p:nvPr/>
        </p:nvSpPr>
        <p:spPr>
          <a:xfrm>
            <a:off x="685800" y="1436850"/>
            <a:ext cx="4246200" cy="45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rPr>
              <a:t>Desk Review</a:t>
            </a:r>
            <a:endParaRPr b="0" i="0" sz="2000" u="none" cap="none" strike="noStrike">
              <a:solidFill>
                <a:srgbClr val="6C646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0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rPr>
              <a:t>Key Informant Interviews</a:t>
            </a:r>
            <a:endParaRPr b="0" i="0" sz="2000" u="none" cap="none" strike="noStrike">
              <a:solidFill>
                <a:srgbClr val="6C646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C6463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rPr>
              <a:t>Ten politicians (seven women, three men)</a:t>
            </a:r>
            <a:endParaRPr b="0" i="0" sz="2000" u="none" cap="none" strike="noStrike">
              <a:solidFill>
                <a:srgbClr val="6C646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C6463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rPr>
              <a:t>Four women donors and implementing partners </a:t>
            </a:r>
            <a:endParaRPr b="0" i="0" sz="2000" u="none" cap="none" strike="noStrike">
              <a:solidFill>
                <a:srgbClr val="6C646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C6463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rPr>
              <a:t>One man political leader</a:t>
            </a:r>
            <a:endParaRPr b="0" i="0" sz="2000" u="none" cap="none" strike="noStrike">
              <a:solidFill>
                <a:srgbClr val="6C646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C6463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rPr>
              <a:t>One woman electoral officer</a:t>
            </a:r>
            <a:endParaRPr b="0" i="0" sz="2000" u="none" cap="none" strike="noStrike">
              <a:solidFill>
                <a:srgbClr val="6C646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C6463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rPr>
              <a:t>Seven women WPPL experts</a:t>
            </a:r>
            <a:endParaRPr b="0" i="0" sz="2000" u="none" cap="none" strike="noStrike">
              <a:solidFill>
                <a:srgbClr val="6C646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C6463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rPr>
              <a:t>Two women government officials</a:t>
            </a:r>
            <a:endParaRPr b="0" i="0" sz="2000" u="none" cap="none" strike="noStrike">
              <a:solidFill>
                <a:srgbClr val="6C646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C6463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rPr>
              <a:t>One woman USAID/Embassy staff</a:t>
            </a:r>
            <a:endParaRPr b="0" i="0" sz="2000" u="none" cap="none" strike="noStrike">
              <a:solidFill>
                <a:srgbClr val="6C646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143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635C5B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06" name="Google Shape;206;g540cd75bd0_0_15"/>
          <p:cNvPicPr preferRelativeResize="0"/>
          <p:nvPr/>
        </p:nvPicPr>
        <p:blipFill rotWithShape="1">
          <a:blip r:embed="rId3">
            <a:alphaModFix/>
          </a:blip>
          <a:srcRect b="0" l="27698" r="31988" t="0"/>
          <a:stretch/>
        </p:blipFill>
        <p:spPr>
          <a:xfrm>
            <a:off x="5084400" y="358562"/>
            <a:ext cx="3713400" cy="614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262059d6d0a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275" y="1707375"/>
            <a:ext cx="6577451" cy="460209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262059d6d0a_0_8"/>
          <p:cNvSpPr txBox="1"/>
          <p:nvPr/>
        </p:nvSpPr>
        <p:spPr>
          <a:xfrm>
            <a:off x="685800" y="880325"/>
            <a:ext cx="783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rPr>
              <a:t>METHODOLOGY—FOCUS GROUP DISCUSSION</a:t>
            </a:r>
            <a:endParaRPr sz="2800">
              <a:solidFill>
                <a:schemeClr val="lt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62059d6d0a_0_1"/>
          <p:cNvSpPr txBox="1"/>
          <p:nvPr>
            <p:ph idx="4294967295" type="title"/>
          </p:nvPr>
        </p:nvSpPr>
        <p:spPr>
          <a:xfrm>
            <a:off x="686104" y="911275"/>
            <a:ext cx="777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METHODOLOGY—SURVEY</a:t>
            </a:r>
            <a:endParaRPr/>
          </a:p>
        </p:txBody>
      </p:sp>
      <p:pic>
        <p:nvPicPr>
          <p:cNvPr id="220" name="Google Shape;220;g262059d6d0a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9913" y="1563375"/>
            <a:ext cx="6584175" cy="480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/>
          <p:nvPr>
            <p:ph type="title"/>
          </p:nvPr>
        </p:nvSpPr>
        <p:spPr>
          <a:xfrm>
            <a:off x="1143000" y="827782"/>
            <a:ext cx="5486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</a:pPr>
            <a:r>
              <a:rPr lang="en-US"/>
              <a:t>BARRIERS &amp; OPPORTUNITIES</a:t>
            </a:r>
            <a:endParaRPr/>
          </a:p>
        </p:txBody>
      </p:sp>
      <p:sp>
        <p:nvSpPr>
          <p:cNvPr id="226" name="Google Shape;226;p42"/>
          <p:cNvSpPr txBox="1"/>
          <p:nvPr>
            <p:ph idx="4294967295" type="sldNum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3"/>
          <p:cNvSpPr txBox="1"/>
          <p:nvPr>
            <p:ph idx="1" type="body"/>
          </p:nvPr>
        </p:nvSpPr>
        <p:spPr>
          <a:xfrm>
            <a:off x="685800" y="1865575"/>
            <a:ext cx="3743400" cy="46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</a:pPr>
            <a:r>
              <a:rPr b="1" lang="en-US"/>
              <a:t>Barriers</a:t>
            </a:r>
            <a:endParaRPr b="1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1800"/>
              <a:buChar char="–"/>
            </a:pPr>
            <a:r>
              <a:rPr lang="en-US"/>
              <a:t>Gender stereotypes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–"/>
            </a:pPr>
            <a:r>
              <a:rPr lang="en-US"/>
              <a:t>Violence against women in politics (VAWP) and electoral contexts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–"/>
            </a:pPr>
            <a:r>
              <a:rPr lang="en-US"/>
              <a:t>“Family voting”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–"/>
            </a:pPr>
            <a:r>
              <a:rPr lang="en-US"/>
              <a:t>Men politicians undermine WPPL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Opportunities</a:t>
            </a:r>
            <a:endParaRPr b="1"/>
          </a:p>
          <a:p>
            <a: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32" name="Google Shape;232;p43"/>
          <p:cNvSpPr txBox="1"/>
          <p:nvPr>
            <p:ph idx="4294967295" type="title"/>
          </p:nvPr>
        </p:nvSpPr>
        <p:spPr>
          <a:xfrm>
            <a:off x="686100" y="911275"/>
            <a:ext cx="3174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</a:pPr>
            <a:r>
              <a:rPr lang="en-US"/>
              <a:t>SOCIO-CULTURAL FACTORS</a:t>
            </a:r>
            <a:endParaRPr/>
          </a:p>
        </p:txBody>
      </p:sp>
      <p:pic>
        <p:nvPicPr>
          <p:cNvPr id="233" name="Google Shape;233;p43"/>
          <p:cNvPicPr preferRelativeResize="0"/>
          <p:nvPr/>
        </p:nvPicPr>
        <p:blipFill rotWithShape="1">
          <a:blip r:embed="rId3">
            <a:alphaModFix/>
          </a:blip>
          <a:srcRect b="0" l="40630" r="11748" t="0"/>
          <a:stretch/>
        </p:blipFill>
        <p:spPr>
          <a:xfrm>
            <a:off x="4429200" y="376425"/>
            <a:ext cx="4364052" cy="610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4"/>
          <p:cNvSpPr txBox="1"/>
          <p:nvPr>
            <p:ph idx="1" type="body"/>
          </p:nvPr>
        </p:nvSpPr>
        <p:spPr>
          <a:xfrm>
            <a:off x="797000" y="1630475"/>
            <a:ext cx="7772400" cy="46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</a:pPr>
            <a:r>
              <a:rPr b="1" lang="en-US"/>
              <a:t>Barriers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–"/>
            </a:pPr>
            <a:r>
              <a:rPr lang="en-US"/>
              <a:t>Political parties</a:t>
            </a:r>
            <a:endParaRPr/>
          </a:p>
          <a:p>
            <a:pPr indent="-342900" lvl="2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Opaque candidate selection process</a:t>
            </a:r>
            <a:endParaRPr/>
          </a:p>
          <a:p>
            <a:pPr indent="-342900" lvl="2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Lack of women’s leadership</a:t>
            </a:r>
            <a:endParaRPr/>
          </a:p>
          <a:p>
            <a:pPr indent="-342900" lvl="2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Women’s wings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–"/>
            </a:pPr>
            <a:r>
              <a:rPr lang="en-US"/>
              <a:t>Campaign finance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–"/>
            </a:pPr>
            <a:r>
              <a:rPr lang="en-US"/>
              <a:t>Differential needs of women in politics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–"/>
            </a:pPr>
            <a:r>
              <a:rPr lang="en-US"/>
              <a:t>Lack of women’s agenda and voice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Marginalized communities face additional barriers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Opportunities</a:t>
            </a:r>
            <a:endParaRPr b="1"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VAWP law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Presidential Counselor’s Office for Women’s Equity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Women’s participation in peace process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5C5B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39" name="Google Shape;239;p44"/>
          <p:cNvSpPr txBox="1"/>
          <p:nvPr>
            <p:ph idx="4294967295" type="title"/>
          </p:nvPr>
        </p:nvSpPr>
        <p:spPr>
          <a:xfrm>
            <a:off x="857004" y="1063670"/>
            <a:ext cx="777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</a:pPr>
            <a:r>
              <a:rPr lang="en-US"/>
              <a:t>INSTITUTIONAL FACTORS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5"/>
          <p:cNvSpPr txBox="1"/>
          <p:nvPr>
            <p:ph idx="1" type="body"/>
          </p:nvPr>
        </p:nvSpPr>
        <p:spPr>
          <a:xfrm>
            <a:off x="652825" y="1447800"/>
            <a:ext cx="7772400" cy="46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</a:pPr>
            <a:r>
              <a:rPr b="1" lang="en-US"/>
              <a:t>Barriers</a:t>
            </a:r>
            <a:endParaRPr b="1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1800"/>
              <a:buChar char="–"/>
            </a:pPr>
            <a:r>
              <a:rPr lang="en-US"/>
              <a:t>Differential effects on underrepresented communities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–"/>
            </a:pPr>
            <a:r>
              <a:rPr lang="en-US"/>
              <a:t>Inadequate candidate preparedness training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–"/>
            </a:pPr>
            <a:r>
              <a:rPr lang="en-US"/>
              <a:t>VAWP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Opportunities</a:t>
            </a:r>
            <a:endParaRPr b="1"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45" name="Google Shape;245;p45"/>
          <p:cNvSpPr txBox="1"/>
          <p:nvPr>
            <p:ph idx="4294967295" type="title"/>
          </p:nvPr>
        </p:nvSpPr>
        <p:spPr>
          <a:xfrm>
            <a:off x="686104" y="924595"/>
            <a:ext cx="777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</a:pPr>
            <a:r>
              <a:rPr lang="en-US"/>
              <a:t>INDIVIDUAL FACTORS</a:t>
            </a:r>
            <a:endParaRPr/>
          </a:p>
        </p:txBody>
      </p:sp>
      <p:pic>
        <p:nvPicPr>
          <p:cNvPr id="246" name="Google Shape;24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1288" y="3429000"/>
            <a:ext cx="5835474" cy="301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6"/>
          <p:cNvSpPr txBox="1"/>
          <p:nvPr>
            <p:ph type="title"/>
          </p:nvPr>
        </p:nvSpPr>
        <p:spPr>
          <a:xfrm>
            <a:off x="1143000" y="827782"/>
            <a:ext cx="5486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SELECTED RECOMMENDATIONS</a:t>
            </a:r>
            <a:br>
              <a:rPr lang="en-US"/>
            </a:br>
            <a:r>
              <a:rPr lang="en-US"/>
              <a:t>	</a:t>
            </a: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252" name="Google Shape;252;p46"/>
          <p:cNvSpPr txBox="1"/>
          <p:nvPr>
            <p:ph idx="4294967295" type="sldNum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a9c78ce03a_0_7"/>
          <p:cNvSpPr txBox="1"/>
          <p:nvPr>
            <p:ph idx="4294967295" type="title"/>
          </p:nvPr>
        </p:nvSpPr>
        <p:spPr>
          <a:xfrm>
            <a:off x="4990902" y="520075"/>
            <a:ext cx="355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SOCIO-CULTURAL</a:t>
            </a:r>
            <a:endParaRPr/>
          </a:p>
        </p:txBody>
      </p:sp>
      <p:sp>
        <p:nvSpPr>
          <p:cNvPr id="259" name="Google Shape;259;ga9c78ce03a_0_7"/>
          <p:cNvSpPr txBox="1"/>
          <p:nvPr>
            <p:ph idx="1" type="body"/>
          </p:nvPr>
        </p:nvSpPr>
        <p:spPr>
          <a:xfrm>
            <a:off x="4972075" y="1472525"/>
            <a:ext cx="3551400" cy="46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</a:pPr>
            <a:r>
              <a:rPr lang="en-US"/>
              <a:t>Engage men gatekeepers and allies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</a:pPr>
            <a:r>
              <a:rPr lang="en-US"/>
              <a:t>Support WPPL public information campaigns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635C5B"/>
              </a:buClr>
              <a:buSzPts val="1800"/>
              <a:buChar char="•"/>
            </a:pPr>
            <a:r>
              <a:rPr lang="en-US"/>
              <a:t>Conduct media training</a:t>
            </a:r>
            <a:endParaRPr/>
          </a:p>
        </p:txBody>
      </p:sp>
      <p:sp>
        <p:nvSpPr>
          <p:cNvPr id="260" name="Google Shape;260;ga9c78ce03a_0_7"/>
          <p:cNvSpPr txBox="1"/>
          <p:nvPr/>
        </p:nvSpPr>
        <p:spPr>
          <a:xfrm>
            <a:off x="4931925" y="3831050"/>
            <a:ext cx="3844500" cy="21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u="none" cap="none" strike="noStrike">
                <a:solidFill>
                  <a:srgbClr val="0067B9"/>
                </a:solidFill>
                <a:latin typeface="Gill Sans"/>
                <a:ea typeface="Gill Sans"/>
                <a:cs typeface="Gill Sans"/>
                <a:sym typeface="Gill Sans"/>
              </a:rPr>
              <a:t>“Women have become more empowered, but [participation] is still lacking because of the fear, the lack of guarantees for our security.”</a:t>
            </a:r>
            <a:endParaRPr sz="2000" u="none" cap="none" strike="noStrike">
              <a:solidFill>
                <a:srgbClr val="0067B9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 u="none" cap="none" strike="noStrike">
                <a:solidFill>
                  <a:srgbClr val="0067B9"/>
                </a:solidFill>
                <a:latin typeface="Gill Sans"/>
                <a:ea typeface="Gill Sans"/>
                <a:cs typeface="Gill Sans"/>
                <a:sym typeface="Gill Sans"/>
              </a:rPr>
              <a:t>-Focus group discussion participant, woman</a:t>
            </a:r>
            <a:endParaRPr b="1" sz="2000" u="none" cap="none" strike="noStrike">
              <a:solidFill>
                <a:srgbClr val="0067B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61" name="Google Shape;261;ga9c78ce03a_0_7"/>
          <p:cNvPicPr preferRelativeResize="0"/>
          <p:nvPr/>
        </p:nvPicPr>
        <p:blipFill rotWithShape="1">
          <a:blip r:embed="rId3">
            <a:alphaModFix/>
          </a:blip>
          <a:srcRect b="0" l="74965" r="70617" t="0"/>
          <a:stretch/>
        </p:blipFill>
        <p:spPr>
          <a:xfrm>
            <a:off x="364825" y="359475"/>
            <a:ext cx="4207176" cy="616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7"/>
          <p:cNvSpPr txBox="1"/>
          <p:nvPr>
            <p:ph idx="4294967295" type="title"/>
          </p:nvPr>
        </p:nvSpPr>
        <p:spPr>
          <a:xfrm>
            <a:off x="685804" y="520075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INSTITUTIONAL</a:t>
            </a:r>
            <a:endParaRPr/>
          </a:p>
        </p:txBody>
      </p:sp>
      <p:sp>
        <p:nvSpPr>
          <p:cNvPr id="268" name="Google Shape;268;p47"/>
          <p:cNvSpPr txBox="1"/>
          <p:nvPr>
            <p:ph idx="1" type="body"/>
          </p:nvPr>
        </p:nvSpPr>
        <p:spPr>
          <a:xfrm>
            <a:off x="650800" y="1469825"/>
            <a:ext cx="7772400" cy="46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</a:pPr>
            <a:r>
              <a:rPr lang="en-US"/>
              <a:t>Electoral reform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</a:pPr>
            <a:r>
              <a:rPr lang="en-US"/>
              <a:t>Develop monitoring capacity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</a:pPr>
            <a:r>
              <a:rPr lang="en-US"/>
              <a:t>Increase women’s access to resources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</a:pPr>
            <a:r>
              <a:rPr lang="en-US"/>
              <a:t>Funding and technical support for civil society organizations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</a:pPr>
            <a:r>
              <a:rPr lang="en-US"/>
              <a:t>Women’s right to vote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8"/>
          <p:cNvSpPr txBox="1"/>
          <p:nvPr>
            <p:ph idx="1" type="body"/>
          </p:nvPr>
        </p:nvSpPr>
        <p:spPr>
          <a:xfrm>
            <a:off x="805225" y="1589250"/>
            <a:ext cx="7772400" cy="17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</a:pPr>
            <a:r>
              <a:rPr lang="en-US"/>
              <a:t>Civic education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</a:pPr>
            <a:r>
              <a:rPr lang="en-US"/>
              <a:t>Political preparedness training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</a:pPr>
            <a:r>
              <a:rPr lang="en-US"/>
              <a:t>Legal and psychological support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35C5B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74" name="Google Shape;274;p48"/>
          <p:cNvSpPr txBox="1"/>
          <p:nvPr>
            <p:ph idx="4294967295" type="title"/>
          </p:nvPr>
        </p:nvSpPr>
        <p:spPr>
          <a:xfrm>
            <a:off x="838504" y="1077020"/>
            <a:ext cx="777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</a:pPr>
            <a:r>
              <a:rPr lang="en-US"/>
              <a:t>INDIVIDUAL</a:t>
            </a:r>
            <a:endParaRPr/>
          </a:p>
        </p:txBody>
      </p:sp>
      <p:pic>
        <p:nvPicPr>
          <p:cNvPr id="275" name="Google Shape;275;p48"/>
          <p:cNvPicPr preferRelativeResize="0"/>
          <p:nvPr/>
        </p:nvPicPr>
        <p:blipFill rotWithShape="1">
          <a:blip r:embed="rId3">
            <a:alphaModFix/>
          </a:blip>
          <a:srcRect b="21026" l="0" r="0" t="21032"/>
          <a:stretch/>
        </p:blipFill>
        <p:spPr>
          <a:xfrm>
            <a:off x="350225" y="3294450"/>
            <a:ext cx="8439325" cy="3258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 txBox="1"/>
          <p:nvPr>
            <p:ph type="title"/>
          </p:nvPr>
        </p:nvSpPr>
        <p:spPr>
          <a:xfrm>
            <a:off x="1143000" y="827775"/>
            <a:ext cx="6893400" cy="5850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.3-Template_12.7.2016">
  <a:themeElements>
    <a:clrScheme name="Custom 2">
      <a:dk1>
        <a:srgbClr val="000000"/>
      </a:dk1>
      <a:lt1>
        <a:srgbClr val="FFFFFF"/>
      </a:lt1>
      <a:dk2>
        <a:srgbClr val="002F6C"/>
      </a:dk2>
      <a:lt2>
        <a:srgbClr val="BA0C2F"/>
      </a:lt2>
      <a:accent1>
        <a:srgbClr val="002F6C"/>
      </a:accent1>
      <a:accent2>
        <a:srgbClr val="BA0C2F"/>
      </a:accent2>
      <a:accent3>
        <a:srgbClr val="6C6463"/>
      </a:accent3>
      <a:accent4>
        <a:srgbClr val="000000"/>
      </a:accent4>
      <a:accent5>
        <a:srgbClr val="CFCDC9"/>
      </a:accent5>
      <a:accent6>
        <a:srgbClr val="0067B9"/>
      </a:accent6>
      <a:hlink>
        <a:srgbClr val="6C6463"/>
      </a:hlink>
      <a:folHlink>
        <a:srgbClr val="CFCD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2017-03-16T17:46:58Z</dcterms:created>
  <dc:creator>USAID</dc:creator>
</cp:coreProperties>
</file>