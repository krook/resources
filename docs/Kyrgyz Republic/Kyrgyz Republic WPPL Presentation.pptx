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embeddedFontLst>
    <p:embeddedFont>
      <p:font typeface="Calibri" panose="020F0502020204030204" pitchFamily="34" charset="0"/>
      <p:regular r:id="rId18"/>
      <p:bold r:id="rId19"/>
      <p:italic r:id="rId20"/>
      <p:boldItalic r:id="rId21"/>
    </p:embeddedFont>
    <p:embeddedFont>
      <p:font typeface="Gill Sans" panose="020B0604020202020204" charset="0"/>
      <p:regular r:id="rId22"/>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ADB00B-8FA0-6586-8F23-0EE15727F7BB}" name="Katie Andrzejewski" initials="KA" userId="Katie Andrzejewski"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51C8FF-0141-4419-A461-6FDBD60A6BD9}">
  <a:tblStyle styleId="{8D51C8FF-0141-4419-A461-6FDBD60A6BD9}"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7EA"/>
          </a:solidFill>
        </a:fill>
      </a:tcStyle>
    </a:wholeTbl>
    <a:band1H>
      <a:tcTxStyle/>
      <a:tcStyle>
        <a:tcBdr/>
        <a:fill>
          <a:solidFill>
            <a:srgbClr val="CACCD3"/>
          </a:solidFill>
        </a:fill>
      </a:tcStyle>
    </a:band1H>
    <a:band2H>
      <a:tcTxStyle/>
      <a:tcStyle>
        <a:tcBdr/>
      </a:tcStyle>
    </a:band2H>
    <a:band1V>
      <a:tcTxStyle/>
      <a:tcStyle>
        <a:tcBdr/>
        <a:fill>
          <a:solidFill>
            <a:srgbClr val="CACCD3"/>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55"/>
    <p:restoredTop sz="71186" autoAdjust="0"/>
  </p:normalViewPr>
  <p:slideViewPr>
    <p:cSldViewPr snapToGrid="0">
      <p:cViewPr varScale="1">
        <p:scale>
          <a:sx n="79" d="100"/>
          <a:sy n="79" d="100"/>
        </p:scale>
        <p:origin x="2322"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a:t>Provide brief background on the framework – highlighting what audience needs to know to follow presentation. Can abbreviate further if audience is assumed to be familiar. </a:t>
            </a:r>
            <a:endParaRPr/>
          </a:p>
        </p:txBody>
      </p:sp>
      <p:sp>
        <p:nvSpPr>
          <p:cNvPr id="211" name="Google Shape;21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540cd75bd0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g540cd75bd0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Details include geographic coverage, number of surveyed politicians, number and type of KIIs, number and type of FGDs.</a:t>
            </a:r>
            <a:endParaRPr/>
          </a:p>
        </p:txBody>
      </p:sp>
      <p:sp>
        <p:nvSpPr>
          <p:cNvPr id="218" name="Google Shape;218;g540cd75bd0_0_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6209d6856c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g26209d6856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g26209d6856c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6209d6856c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26209d6856c_0_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26209d6856c_0_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9b71a431dc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g29b71a431dc_0_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g29b71a431dc_0_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29b6a319265_0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g29b6a319265_0_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g29b6a319265_0_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a9c78ce03a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ga9c78ce03a_0_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200" dirty="0">
                <a:latin typeface="Calibri"/>
                <a:ea typeface="Calibri"/>
                <a:cs typeface="Calibri"/>
                <a:sym typeface="Calibri"/>
              </a:rPr>
              <a:t>Main reasons women do not have equal opportunities in positions of political leadership (n=57), Politician Survey. (See p. 25 of the report.)</a:t>
            </a:r>
            <a:endParaRPr sz="1200" dirty="0">
              <a:latin typeface="Calibri"/>
              <a:ea typeface="Calibri"/>
              <a:cs typeface="Calibri"/>
              <a:sym typeface="Calibri"/>
            </a:endParaRPr>
          </a:p>
        </p:txBody>
      </p:sp>
      <p:sp>
        <p:nvSpPr>
          <p:cNvPr id="273" name="Google Shape;273;ga9c78ce03a_0_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a:latin typeface="Calibri"/>
              <a:ea typeface="Calibri"/>
              <a:cs typeface="Calibri"/>
              <a:sym typeface="Calibri"/>
            </a:endParaRPr>
          </a:p>
        </p:txBody>
      </p:sp>
      <p:sp>
        <p:nvSpPr>
          <p:cNvPr id="281" name="Google Shape;281;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9b6a319265_0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g29b6a319265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g29b6a319265_0_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 Full Red">
  <p:cSld name="Cover - Full Red">
    <p:bg>
      <p:bgPr>
        <a:solidFill>
          <a:srgbClr val="BA0C2F"/>
        </a:solidFill>
        <a:effectLst/>
      </p:bgPr>
    </p:bg>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685800" y="2133600"/>
            <a:ext cx="7767320" cy="1600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FFFFFF"/>
              </a:buClr>
              <a:buSzPts val="3200"/>
              <a:buFont typeface="Gill Sans"/>
              <a:buNone/>
              <a:defRPr sz="3200">
                <a:solidFill>
                  <a:srgbClr val="FFFFF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685800" y="4114800"/>
            <a:ext cx="3429000" cy="16002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FFFFFF"/>
              </a:buClr>
              <a:buSzPts val="1800"/>
              <a:buNone/>
              <a:defRPr sz="1800">
                <a:solidFill>
                  <a:srgbClr val="FFFFFF"/>
                </a:solidFill>
                <a:latin typeface="Gill Sans"/>
                <a:ea typeface="Gill Sans"/>
                <a:cs typeface="Gill Sans"/>
                <a:sym typeface="Gill Sans"/>
              </a:defRPr>
            </a:lvl1pPr>
            <a:lvl2pPr lvl="1" algn="ctr">
              <a:lnSpc>
                <a:spcPct val="100000"/>
              </a:lnSpc>
              <a:spcBef>
                <a:spcPts val="1200"/>
              </a:spcBef>
              <a:spcAft>
                <a:spcPts val="0"/>
              </a:spcAft>
              <a:buClr>
                <a:srgbClr val="888888"/>
              </a:buClr>
              <a:buSzPts val="2000"/>
              <a:buNone/>
              <a:defRPr>
                <a:solidFill>
                  <a:srgbClr val="888888"/>
                </a:solidFill>
              </a:defRPr>
            </a:lvl2pPr>
            <a:lvl3pPr lvl="2" algn="ctr">
              <a:lnSpc>
                <a:spcPct val="100000"/>
              </a:lnSpc>
              <a:spcBef>
                <a:spcPts val="120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280"/>
              </a:spcBef>
              <a:spcAft>
                <a:spcPts val="0"/>
              </a:spcAft>
              <a:buClr>
                <a:srgbClr val="888888"/>
              </a:buClr>
              <a:buSzPts val="14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pic>
        <p:nvPicPr>
          <p:cNvPr id="16" name="Google Shape;16;p2"/>
          <p:cNvPicPr preferRelativeResize="0"/>
          <p:nvPr/>
        </p:nvPicPr>
        <p:blipFill rotWithShape="1">
          <a:blip r:embed="rId2">
            <a:alphaModFix/>
          </a:blip>
          <a:srcRect/>
          <a:stretch/>
        </p:blipFill>
        <p:spPr>
          <a:xfrm>
            <a:off x="589760" y="533400"/>
            <a:ext cx="2529051" cy="838200"/>
          </a:xfrm>
          <a:prstGeom prst="rect">
            <a:avLst/>
          </a:prstGeom>
          <a:noFill/>
          <a:ln>
            <a:noFill/>
          </a:ln>
          <a:effectLst>
            <a:outerShdw blurRad="254000" algn="tl" rotWithShape="0">
              <a:srgbClr val="000000">
                <a:alpha val="20000"/>
              </a:srgbClr>
            </a:outerShdw>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vider - Full Red" type="titleOnly">
  <p:cSld name="TITLE_ONLY">
    <p:bg>
      <p:bgPr>
        <a:solidFill>
          <a:srgbClr val="BA0C2F"/>
        </a:solidFill>
        <a:effectLst/>
      </p:bgPr>
    </p:bg>
    <p:spTree>
      <p:nvGrpSpPr>
        <p:cNvPr id="1"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a:stretch/>
        </p:blipFill>
        <p:spPr>
          <a:xfrm>
            <a:off x="655343" y="5770881"/>
            <a:ext cx="1972398" cy="653708"/>
          </a:xfrm>
          <a:prstGeom prst="rect">
            <a:avLst/>
          </a:prstGeom>
          <a:noFill/>
          <a:ln>
            <a:noFill/>
          </a:ln>
        </p:spPr>
      </p:pic>
      <p:sp>
        <p:nvSpPr>
          <p:cNvPr id="19" name="Google Shape;19;p3"/>
          <p:cNvSpPr txBox="1">
            <a:spLocks noGrp="1"/>
          </p:cNvSpPr>
          <p:nvPr>
            <p:ph type="body" idx="1"/>
          </p:nvPr>
        </p:nvSpPr>
        <p:spPr>
          <a:xfrm>
            <a:off x="685800" y="1964511"/>
            <a:ext cx="7772400" cy="3532775"/>
          </a:xfrm>
          <a:prstGeom prst="rect">
            <a:avLst/>
          </a:prstGeom>
          <a:noFill/>
          <a:ln>
            <a:noFill/>
          </a:ln>
        </p:spPr>
        <p:txBody>
          <a:bodyPr spcFirstLastPara="1" wrap="square" lIns="0" tIns="0" rIns="91425" bIns="45700" anchor="t" anchorCtr="0">
            <a:normAutofit/>
          </a:bodyPr>
          <a:lstStyle>
            <a:lvl1pPr marL="457200" lvl="0" indent="-228600" algn="l">
              <a:lnSpc>
                <a:spcPct val="100000"/>
              </a:lnSpc>
              <a:spcBef>
                <a:spcPts val="200"/>
              </a:spcBef>
              <a:spcAft>
                <a:spcPts val="0"/>
              </a:spcAft>
              <a:buClr>
                <a:srgbClr val="6C6463"/>
              </a:buClr>
              <a:buSzPts val="2000"/>
              <a:buNone/>
              <a:defRPr sz="2600">
                <a:solidFill>
                  <a:schemeClr val="lt1"/>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3"/>
          <p:cNvSpPr txBox="1">
            <a:spLocks noGrp="1"/>
          </p:cNvSpPr>
          <p:nvPr>
            <p:ph type="title"/>
          </p:nvPr>
        </p:nvSpPr>
        <p:spPr>
          <a:xfrm>
            <a:off x="686104" y="1082102"/>
            <a:ext cx="7772400" cy="646290"/>
          </a:xfrm>
          <a:prstGeom prst="rect">
            <a:avLst/>
          </a:prstGeom>
          <a:noFill/>
          <a:ln>
            <a:noFill/>
          </a:ln>
        </p:spPr>
        <p:txBody>
          <a:bodyPr spcFirstLastPara="1" wrap="square" lIns="91425" tIns="45700" rIns="91425" bIns="45700" anchor="t" anchorCtr="0">
            <a:spAutoFit/>
          </a:bodyPr>
          <a:lstStyle>
            <a:lvl1pPr lvl="0" algn="l">
              <a:lnSpc>
                <a:spcPct val="100000"/>
              </a:lnSpc>
              <a:spcBef>
                <a:spcPts val="0"/>
              </a:spcBef>
              <a:spcAft>
                <a:spcPts val="0"/>
              </a:spcAft>
              <a:buClr>
                <a:srgbClr val="BA0C2F"/>
              </a:buClr>
              <a:buSzPts val="2800"/>
              <a:buFont typeface="Gill Sans"/>
              <a:buNone/>
              <a:defRPr sz="3600">
                <a:solidFill>
                  <a:schemeClr val="lt1"/>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d/Gray 1 Content">
  <p:cSld name="1_Red/Gray 1 Content">
    <p:bg>
      <p:bgPr>
        <a:solidFill>
          <a:srgbClr val="E7E7E5"/>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body" idx="1"/>
          </p:nvPr>
        </p:nvSpPr>
        <p:spPr>
          <a:xfrm>
            <a:off x="685800" y="1528282"/>
            <a:ext cx="7772400" cy="4572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0"/>
              </a:spcBef>
              <a:spcAft>
                <a:spcPts val="0"/>
              </a:spcAft>
              <a:buClr>
                <a:srgbClr val="635C5B"/>
              </a:buClr>
              <a:buSzPts val="1800"/>
              <a:buChar char="•"/>
              <a:defRPr/>
            </a:lvl1pPr>
            <a:lvl2pPr marL="914400" lvl="1" indent="-342900" algn="l">
              <a:lnSpc>
                <a:spcPct val="100000"/>
              </a:lnSpc>
              <a:spcBef>
                <a:spcPts val="1200"/>
              </a:spcBef>
              <a:spcAft>
                <a:spcPts val="0"/>
              </a:spcAft>
              <a:buClr>
                <a:srgbClr val="635C5B"/>
              </a:buClr>
              <a:buSzPts val="1800"/>
              <a:buChar char="–"/>
              <a:defRPr/>
            </a:lvl2pPr>
            <a:lvl3pPr marL="1371600" lvl="2" indent="-342900" algn="l">
              <a:lnSpc>
                <a:spcPct val="100000"/>
              </a:lnSpc>
              <a:spcBef>
                <a:spcPts val="1200"/>
              </a:spcBef>
              <a:spcAft>
                <a:spcPts val="0"/>
              </a:spcAft>
              <a:buClr>
                <a:srgbClr val="6C6463"/>
              </a:buClr>
              <a:buSzPts val="1800"/>
              <a:buChar char="•"/>
              <a:defRPr/>
            </a:lvl3pPr>
            <a:lvl4pPr marL="1828800" lvl="3" indent="-342900" algn="l">
              <a:lnSpc>
                <a:spcPct val="100000"/>
              </a:lnSpc>
              <a:spcBef>
                <a:spcPts val="360"/>
              </a:spcBef>
              <a:spcAft>
                <a:spcPts val="0"/>
              </a:spcAft>
              <a:buClr>
                <a:srgbClr val="6C6463"/>
              </a:buClr>
              <a:buSzPts val="1800"/>
              <a:buChar char="–"/>
              <a:defRPr/>
            </a:lvl4pPr>
            <a:lvl5pPr marL="2286000" lvl="4" indent="-342900" algn="l">
              <a:lnSpc>
                <a:spcPct val="100000"/>
              </a:lnSpc>
              <a:spcBef>
                <a:spcPts val="360"/>
              </a:spcBef>
              <a:spcAft>
                <a:spcPts val="0"/>
              </a:spcAft>
              <a:buClr>
                <a:srgbClr val="6C6463"/>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3" name="Google Shape;23;p4"/>
          <p:cNvSpPr txBox="1">
            <a:spLocks noGrp="1"/>
          </p:cNvSpPr>
          <p:nvPr>
            <p:ph type="dt" idx="10"/>
          </p:nvPr>
        </p:nvSpPr>
        <p:spPr>
          <a:xfrm>
            <a:off x="152400" y="6530079"/>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635C5B"/>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24" name="Google Shape;24;p4"/>
          <p:cNvSpPr txBox="1">
            <a:spLocks noGrp="1"/>
          </p:cNvSpPr>
          <p:nvPr>
            <p:ph type="ftr" idx="11"/>
          </p:nvPr>
        </p:nvSpPr>
        <p:spPr>
          <a:xfrm>
            <a:off x="3124200" y="6530079"/>
            <a:ext cx="2895600" cy="184666"/>
          </a:xfrm>
          <a:prstGeom prst="rect">
            <a:avLst/>
          </a:prstGeom>
          <a:noFill/>
          <a:ln>
            <a:noFill/>
          </a:ln>
        </p:spPr>
        <p:txBody>
          <a:bodyPr spcFirstLastPara="1" wrap="square" lIns="91425" tIns="45700" rIns="91425" bIns="45700" anchor="ctr" anchorCtr="0">
            <a:spAutoFit/>
          </a:bodyPr>
          <a:lstStyle>
            <a:lvl1pPr marR="0" lvl="0" algn="ctr" rtl="0">
              <a:lnSpc>
                <a:spcPct val="100000"/>
              </a:lnSpc>
              <a:spcBef>
                <a:spcPts val="0"/>
              </a:spcBef>
              <a:spcAft>
                <a:spcPts val="0"/>
              </a:spcAft>
              <a:buClr>
                <a:srgbClr val="000000"/>
              </a:buClr>
              <a:buSzPts val="1400"/>
              <a:buFont typeface="Arial"/>
              <a:buNone/>
              <a:defRPr sz="600" b="0" i="0" u="none" strike="noStrike" cap="none">
                <a:solidFill>
                  <a:srgbClr val="635C5B"/>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25" name="Google Shape;25;p4"/>
          <p:cNvSpPr txBox="1">
            <a:spLocks noGrp="1"/>
          </p:cNvSpPr>
          <p:nvPr>
            <p:ph type="sldNum" idx="12"/>
          </p:nvPr>
        </p:nvSpPr>
        <p:spPr>
          <a:xfrm>
            <a:off x="6858000" y="6530079"/>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4"/>
          <p:cNvSpPr txBox="1">
            <a:spLocks noGrp="1"/>
          </p:cNvSpPr>
          <p:nvPr>
            <p:ph type="title"/>
          </p:nvPr>
        </p:nvSpPr>
        <p:spPr>
          <a:xfrm>
            <a:off x="686104" y="457200"/>
            <a:ext cx="7772400" cy="91440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BA0C2F"/>
              </a:buClr>
              <a:buSzPts val="2800"/>
              <a:buFont typeface="Gill Sans"/>
              <a:buNone/>
              <a:defRPr>
                <a:solidFill>
                  <a:srgbClr val="BA0C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d/Gray 1 Content">
  <p:cSld name="Red/Gray 1 Content">
    <p:bg>
      <p:bgPr>
        <a:solidFill>
          <a:srgbClr val="E7E7E5"/>
        </a:solidFill>
        <a:effectLst/>
      </p:bgPr>
    </p:bg>
    <p:spTree>
      <p:nvGrpSpPr>
        <p:cNvPr id="1" name="Shape 27"/>
        <p:cNvGrpSpPr/>
        <p:nvPr/>
      </p:nvGrpSpPr>
      <p:grpSpPr>
        <a:xfrm>
          <a:off x="0" y="0"/>
          <a:ext cx="0" cy="0"/>
          <a:chOff x="0" y="0"/>
          <a:chExt cx="0" cy="0"/>
        </a:xfrm>
      </p:grpSpPr>
      <p:sp>
        <p:nvSpPr>
          <p:cNvPr id="28" name="Google Shape;28;p5"/>
          <p:cNvSpPr txBox="1">
            <a:spLocks noGrp="1"/>
          </p:cNvSpPr>
          <p:nvPr>
            <p:ph type="body" idx="1"/>
          </p:nvPr>
        </p:nvSpPr>
        <p:spPr>
          <a:xfrm>
            <a:off x="685800" y="1300480"/>
            <a:ext cx="7772400" cy="4826000"/>
          </a:xfrm>
          <a:prstGeom prst="rect">
            <a:avLst/>
          </a:prstGeom>
          <a:noFill/>
          <a:ln>
            <a:noFill/>
          </a:ln>
        </p:spPr>
        <p:txBody>
          <a:bodyPr spcFirstLastPara="1" wrap="square" lIns="0" tIns="0" rIns="91425" bIns="45700" anchor="t" anchorCtr="0">
            <a:normAutofit/>
          </a:bodyPr>
          <a:lstStyle>
            <a:lvl1pPr marL="457200" lvl="0" indent="-355600" algn="l">
              <a:lnSpc>
                <a:spcPct val="100000"/>
              </a:lnSpc>
              <a:spcBef>
                <a:spcPts val="1200"/>
              </a:spcBef>
              <a:spcAft>
                <a:spcPts val="0"/>
              </a:spcAft>
              <a:buClr>
                <a:srgbClr val="6C6463"/>
              </a:buClr>
              <a:buSzPts val="2000"/>
              <a:buChar char="•"/>
              <a:defRPr>
                <a:solidFill>
                  <a:srgbClr val="6C6463"/>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9" name="Google Shape;29;p5"/>
          <p:cNvSpPr txBox="1">
            <a:spLocks noGrp="1"/>
          </p:cNvSpPr>
          <p:nvPr>
            <p:ph type="title"/>
          </p:nvPr>
        </p:nvSpPr>
        <p:spPr>
          <a:xfrm>
            <a:off x="686104" y="848420"/>
            <a:ext cx="7772400" cy="52318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ed/Gray 1 Content + Right Photo">
  <p:cSld name="Red/Gray 1 Content + Right Photo">
    <p:bg>
      <p:bgPr>
        <a:solidFill>
          <a:srgbClr val="E7E7E5"/>
        </a:solidFill>
        <a:effectLst/>
      </p:bgPr>
    </p:bg>
    <p:spTree>
      <p:nvGrpSpPr>
        <p:cNvPr id="1" name="Shape 30"/>
        <p:cNvGrpSpPr/>
        <p:nvPr/>
      </p:nvGrpSpPr>
      <p:grpSpPr>
        <a:xfrm>
          <a:off x="0" y="0"/>
          <a:ext cx="0" cy="0"/>
          <a:chOff x="0" y="0"/>
          <a:chExt cx="0" cy="0"/>
        </a:xfrm>
      </p:grpSpPr>
      <p:sp>
        <p:nvSpPr>
          <p:cNvPr id="31" name="Google Shape;31;p6"/>
          <p:cNvSpPr>
            <a:spLocks noGrp="1"/>
          </p:cNvSpPr>
          <p:nvPr>
            <p:ph type="pic" idx="2"/>
          </p:nvPr>
        </p:nvSpPr>
        <p:spPr>
          <a:xfrm>
            <a:off x="4572000" y="152400"/>
            <a:ext cx="4419600" cy="6553200"/>
          </a:xfrm>
          <a:prstGeom prst="rect">
            <a:avLst/>
          </a:prstGeom>
          <a:solidFill>
            <a:srgbClr val="FFFFFF"/>
          </a:solidFill>
          <a:ln>
            <a:noFill/>
          </a:ln>
        </p:spPr>
      </p:sp>
      <p:sp>
        <p:nvSpPr>
          <p:cNvPr id="32" name="Google Shape;32;p6"/>
          <p:cNvSpPr txBox="1">
            <a:spLocks noGrp="1"/>
          </p:cNvSpPr>
          <p:nvPr>
            <p:ph type="body" idx="1"/>
          </p:nvPr>
        </p:nvSpPr>
        <p:spPr>
          <a:xfrm>
            <a:off x="543560" y="1300480"/>
            <a:ext cx="3652520" cy="4907280"/>
          </a:xfrm>
          <a:prstGeom prst="rect">
            <a:avLst/>
          </a:prstGeom>
          <a:noFill/>
          <a:ln>
            <a:noFill/>
          </a:ln>
        </p:spPr>
        <p:txBody>
          <a:bodyPr spcFirstLastPara="1" wrap="square" lIns="0" tIns="0" rIns="91425" bIns="45700" anchor="t" anchorCtr="0">
            <a:normAutofit/>
          </a:bodyPr>
          <a:lstStyle>
            <a:lvl1pPr marL="457200" lvl="0" indent="-355600" algn="l">
              <a:lnSpc>
                <a:spcPct val="100000"/>
              </a:lnSpc>
              <a:spcBef>
                <a:spcPts val="1200"/>
              </a:spcBef>
              <a:spcAft>
                <a:spcPts val="0"/>
              </a:spcAft>
              <a:buClr>
                <a:srgbClr val="6C6463"/>
              </a:buClr>
              <a:buSzPts val="2000"/>
              <a:buChar char="•"/>
              <a:defRPr>
                <a:solidFill>
                  <a:srgbClr val="6C6463"/>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6"/>
          <p:cNvSpPr txBox="1">
            <a:spLocks noGrp="1"/>
          </p:cNvSpPr>
          <p:nvPr>
            <p:ph type="title"/>
          </p:nvPr>
        </p:nvSpPr>
        <p:spPr>
          <a:xfrm>
            <a:off x="543864" y="848420"/>
            <a:ext cx="3652520" cy="52318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vider - Full Red">
  <p:cSld name="1_Divider - Full Red">
    <p:bg>
      <p:bgPr>
        <a:solidFill>
          <a:srgbClr val="BA0C2F"/>
        </a:solidFill>
        <a:effectLst/>
      </p:bgPr>
    </p:bg>
    <p:spTree>
      <p:nvGrpSpPr>
        <p:cNvPr id="1" name="Shape 34"/>
        <p:cNvGrpSpPr/>
        <p:nvPr/>
      </p:nvGrpSpPr>
      <p:grpSpPr>
        <a:xfrm>
          <a:off x="0" y="0"/>
          <a:ext cx="0" cy="0"/>
          <a:chOff x="0" y="0"/>
          <a:chExt cx="0" cy="0"/>
        </a:xfrm>
      </p:grpSpPr>
      <p:sp>
        <p:nvSpPr>
          <p:cNvPr id="35" name="Google Shape;35;p7"/>
          <p:cNvSpPr txBox="1">
            <a:spLocks noGrp="1"/>
          </p:cNvSpPr>
          <p:nvPr>
            <p:ph type="title"/>
          </p:nvPr>
        </p:nvSpPr>
        <p:spPr>
          <a:xfrm>
            <a:off x="1143000" y="827782"/>
            <a:ext cx="5486400" cy="1077218"/>
          </a:xfrm>
          <a:prstGeom prst="rect">
            <a:avLst/>
          </a:prstGeom>
          <a:noFill/>
          <a:ln>
            <a:noFill/>
          </a:ln>
        </p:spPr>
        <p:txBody>
          <a:bodyPr spcFirstLastPara="1" wrap="square" lIns="91425" tIns="45700" rIns="91425" bIns="45700" anchor="t" anchorCtr="0">
            <a:spAutoFit/>
          </a:bodyPr>
          <a:lstStyle>
            <a:lvl1pPr lvl="0" algn="l">
              <a:lnSpc>
                <a:spcPct val="100000"/>
              </a:lnSpc>
              <a:spcBef>
                <a:spcPts val="0"/>
              </a:spcBef>
              <a:spcAft>
                <a:spcPts val="0"/>
              </a:spcAft>
              <a:buClr>
                <a:srgbClr val="FFFFFF"/>
              </a:buClr>
              <a:buSzPts val="3200"/>
              <a:buFont typeface="Gill Sans"/>
              <a:buNone/>
              <a:defRPr sz="3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7"/>
          <p:cNvSpPr txBox="1">
            <a:spLocks noGrp="1"/>
          </p:cNvSpPr>
          <p:nvPr>
            <p:ph type="dt" idx="10"/>
          </p:nvPr>
        </p:nvSpPr>
        <p:spPr>
          <a:xfrm>
            <a:off x="152400" y="6530079"/>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635C5B"/>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37" name="Google Shape;37;p7"/>
          <p:cNvSpPr txBox="1">
            <a:spLocks noGrp="1"/>
          </p:cNvSpPr>
          <p:nvPr>
            <p:ph type="ftr" idx="11"/>
          </p:nvPr>
        </p:nvSpPr>
        <p:spPr>
          <a:xfrm>
            <a:off x="3124200" y="6530079"/>
            <a:ext cx="2895600" cy="184666"/>
          </a:xfrm>
          <a:prstGeom prst="rect">
            <a:avLst/>
          </a:prstGeom>
          <a:noFill/>
          <a:ln>
            <a:noFill/>
          </a:ln>
        </p:spPr>
        <p:txBody>
          <a:bodyPr spcFirstLastPara="1" wrap="square" lIns="91425" tIns="45700" rIns="91425" bIns="45700" anchor="ctr" anchorCtr="0">
            <a:spAutoFit/>
          </a:bodyPr>
          <a:lstStyle>
            <a:lvl1pPr marR="0" lvl="0" algn="ctr" rtl="0">
              <a:lnSpc>
                <a:spcPct val="100000"/>
              </a:lnSpc>
              <a:spcBef>
                <a:spcPts val="0"/>
              </a:spcBef>
              <a:spcAft>
                <a:spcPts val="0"/>
              </a:spcAft>
              <a:buClr>
                <a:srgbClr val="000000"/>
              </a:buClr>
              <a:buSzPts val="1400"/>
              <a:buFont typeface="Arial"/>
              <a:buNone/>
              <a:defRPr sz="600" b="0" i="0" u="none" strike="noStrike" cap="none">
                <a:solidFill>
                  <a:srgbClr val="635C5B"/>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38" name="Google Shape;38;p7"/>
          <p:cNvSpPr txBox="1">
            <a:spLocks noGrp="1"/>
          </p:cNvSpPr>
          <p:nvPr>
            <p:ph type="sldNum" idx="12"/>
          </p:nvPr>
        </p:nvSpPr>
        <p:spPr>
          <a:xfrm>
            <a:off x="6858000" y="6530079"/>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pic>
        <p:nvPicPr>
          <p:cNvPr id="39" name="Google Shape;39;p7"/>
          <p:cNvPicPr preferRelativeResize="0"/>
          <p:nvPr/>
        </p:nvPicPr>
        <p:blipFill rotWithShape="1">
          <a:blip r:embed="rId2">
            <a:alphaModFix/>
          </a:blip>
          <a:srcRect/>
          <a:stretch/>
        </p:blipFill>
        <p:spPr>
          <a:xfrm>
            <a:off x="692285" y="5943600"/>
            <a:ext cx="1524000" cy="4572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Red/Gray 1 Content + Bottom Photo">
  <p:cSld name="Red/Gray 1 Content + Bottom Photo">
    <p:bg>
      <p:bgPr>
        <a:solidFill>
          <a:srgbClr val="E7E7E5"/>
        </a:solidFill>
        <a:effectLst/>
      </p:bgPr>
    </p:bg>
    <p:spTree>
      <p:nvGrpSpPr>
        <p:cNvPr id="1" name="Shape 40"/>
        <p:cNvGrpSpPr/>
        <p:nvPr/>
      </p:nvGrpSpPr>
      <p:grpSpPr>
        <a:xfrm>
          <a:off x="0" y="0"/>
          <a:ext cx="0" cy="0"/>
          <a:chOff x="0" y="0"/>
          <a:chExt cx="0" cy="0"/>
        </a:xfrm>
      </p:grpSpPr>
      <p:sp>
        <p:nvSpPr>
          <p:cNvPr id="41" name="Google Shape;41;p8"/>
          <p:cNvSpPr>
            <a:spLocks noGrp="1"/>
          </p:cNvSpPr>
          <p:nvPr>
            <p:ph type="pic" idx="2"/>
          </p:nvPr>
        </p:nvSpPr>
        <p:spPr>
          <a:xfrm>
            <a:off x="152400" y="3429000"/>
            <a:ext cx="8839200" cy="3276600"/>
          </a:xfrm>
          <a:prstGeom prst="rect">
            <a:avLst/>
          </a:prstGeom>
          <a:solidFill>
            <a:schemeClr val="lt1"/>
          </a:solidFill>
          <a:ln>
            <a:noFill/>
          </a:ln>
        </p:spPr>
      </p:sp>
      <p:sp>
        <p:nvSpPr>
          <p:cNvPr id="42" name="Google Shape;42;p8"/>
          <p:cNvSpPr txBox="1">
            <a:spLocks noGrp="1"/>
          </p:cNvSpPr>
          <p:nvPr>
            <p:ph type="body" idx="1"/>
          </p:nvPr>
        </p:nvSpPr>
        <p:spPr>
          <a:xfrm>
            <a:off x="685800" y="1600200"/>
            <a:ext cx="7772400" cy="16002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a:solidFill>
                  <a:srgbClr val="6C6463"/>
                </a:solidFill>
              </a:defRPr>
            </a:lvl1pPr>
            <a:lvl2pPr marL="914400" lvl="1" indent="-355600" algn="l">
              <a:lnSpc>
                <a:spcPct val="100000"/>
              </a:lnSpc>
              <a:spcBef>
                <a:spcPts val="1200"/>
              </a:spcBef>
              <a:spcAft>
                <a:spcPts val="0"/>
              </a:spcAft>
              <a:buClr>
                <a:srgbClr val="6C6463"/>
              </a:buClr>
              <a:buSzPts val="2000"/>
              <a:buChar char="–"/>
              <a:defRPr>
                <a:solidFill>
                  <a:srgbClr val="6C6463"/>
                </a:solidFill>
              </a:defRPr>
            </a:lvl2pPr>
            <a:lvl3pPr marL="1371600" lvl="2" indent="-342900" algn="l">
              <a:lnSpc>
                <a:spcPct val="100000"/>
              </a:lnSpc>
              <a:spcBef>
                <a:spcPts val="1200"/>
              </a:spcBef>
              <a:spcAft>
                <a:spcPts val="0"/>
              </a:spcAft>
              <a:buClr>
                <a:srgbClr val="6C6463"/>
              </a:buClr>
              <a:buSzPts val="1800"/>
              <a:buChar char="•"/>
              <a:defRPr>
                <a:solidFill>
                  <a:srgbClr val="6C6463"/>
                </a:solidFill>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3" name="Google Shape;43;p8"/>
          <p:cNvSpPr txBox="1">
            <a:spLocks noGrp="1"/>
          </p:cNvSpPr>
          <p:nvPr>
            <p:ph type="dt" idx="10"/>
          </p:nvPr>
        </p:nvSpPr>
        <p:spPr>
          <a:xfrm>
            <a:off x="152400" y="6530079"/>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635C5B"/>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44" name="Google Shape;44;p8"/>
          <p:cNvSpPr txBox="1">
            <a:spLocks noGrp="1"/>
          </p:cNvSpPr>
          <p:nvPr>
            <p:ph type="ftr" idx="11"/>
          </p:nvPr>
        </p:nvSpPr>
        <p:spPr>
          <a:xfrm>
            <a:off x="3124200" y="6530079"/>
            <a:ext cx="2895600" cy="184666"/>
          </a:xfrm>
          <a:prstGeom prst="rect">
            <a:avLst/>
          </a:prstGeom>
          <a:noFill/>
          <a:ln>
            <a:noFill/>
          </a:ln>
        </p:spPr>
        <p:txBody>
          <a:bodyPr spcFirstLastPara="1" wrap="square" lIns="91425" tIns="45700" rIns="91425" bIns="45700" anchor="ctr" anchorCtr="0">
            <a:spAutoFit/>
          </a:bodyPr>
          <a:lstStyle>
            <a:lvl1pPr marR="0" lvl="0" algn="ctr" rtl="0">
              <a:lnSpc>
                <a:spcPct val="100000"/>
              </a:lnSpc>
              <a:spcBef>
                <a:spcPts val="0"/>
              </a:spcBef>
              <a:spcAft>
                <a:spcPts val="0"/>
              </a:spcAft>
              <a:buClr>
                <a:srgbClr val="000000"/>
              </a:buClr>
              <a:buSzPts val="1400"/>
              <a:buFont typeface="Arial"/>
              <a:buNone/>
              <a:defRPr sz="600" b="0" i="0" u="none" strike="noStrike" cap="none">
                <a:solidFill>
                  <a:srgbClr val="635C5B"/>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45" name="Google Shape;45;p8"/>
          <p:cNvSpPr txBox="1">
            <a:spLocks noGrp="1"/>
          </p:cNvSpPr>
          <p:nvPr>
            <p:ph type="sldNum" idx="12"/>
          </p:nvPr>
        </p:nvSpPr>
        <p:spPr>
          <a:xfrm>
            <a:off x="6858000" y="6530079"/>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635C5B"/>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46" name="Google Shape;46;p8"/>
          <p:cNvSpPr txBox="1">
            <a:spLocks noGrp="1"/>
          </p:cNvSpPr>
          <p:nvPr>
            <p:ph type="title"/>
          </p:nvPr>
        </p:nvSpPr>
        <p:spPr>
          <a:xfrm>
            <a:off x="686104" y="457200"/>
            <a:ext cx="7772400" cy="91440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BA0C2F"/>
              </a:buClr>
              <a:buSzPts val="2800"/>
              <a:buFont typeface="Gill Sans"/>
              <a:buNone/>
              <a:defRPr>
                <a:solidFill>
                  <a:srgbClr val="BA0C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body" idx="3"/>
          </p:nvPr>
        </p:nvSpPr>
        <p:spPr>
          <a:xfrm rot="-5400000">
            <a:off x="7527667" y="4708266"/>
            <a:ext cx="2743200" cy="184666"/>
          </a:xfrm>
          <a:prstGeom prst="rect">
            <a:avLst/>
          </a:prstGeom>
          <a:noFill/>
          <a:ln>
            <a:noFill/>
          </a:ln>
        </p:spPr>
        <p:txBody>
          <a:bodyPr spcFirstLastPara="1" wrap="square" lIns="91425" tIns="45700" rIns="91425" bIns="45700" anchor="t" anchorCtr="0">
            <a:spAutoFit/>
          </a:bodyPr>
          <a:lstStyle>
            <a:lvl1pPr marL="457200" lvl="0" indent="-228600" algn="r">
              <a:lnSpc>
                <a:spcPct val="100000"/>
              </a:lnSpc>
              <a:spcBef>
                <a:spcPts val="0"/>
              </a:spcBef>
              <a:spcAft>
                <a:spcPts val="0"/>
              </a:spcAft>
              <a:buClr>
                <a:srgbClr val="FFFFFF"/>
              </a:buClr>
              <a:buSzPts val="600"/>
              <a:buNone/>
              <a:defRPr sz="600">
                <a:solidFill>
                  <a:srgbClr val="FFFFFF"/>
                </a:solidFill>
              </a:defRPr>
            </a:lvl1pPr>
            <a:lvl2pPr marL="914400" lvl="1" indent="-228600" algn="l">
              <a:lnSpc>
                <a:spcPct val="100000"/>
              </a:lnSpc>
              <a:spcBef>
                <a:spcPts val="1200"/>
              </a:spcBef>
              <a:spcAft>
                <a:spcPts val="0"/>
              </a:spcAft>
              <a:buClr>
                <a:schemeClr val="lt1"/>
              </a:buClr>
              <a:buSzPts val="1800"/>
              <a:buNone/>
              <a:defRPr sz="1800">
                <a:solidFill>
                  <a:schemeClr val="lt1"/>
                </a:solidFill>
              </a:defRPr>
            </a:lvl2pPr>
            <a:lvl3pPr marL="1371600" lvl="2" indent="-228600" algn="l">
              <a:lnSpc>
                <a:spcPct val="100000"/>
              </a:lnSpc>
              <a:spcBef>
                <a:spcPts val="1200"/>
              </a:spcBef>
              <a:spcAft>
                <a:spcPts val="0"/>
              </a:spcAft>
              <a:buClr>
                <a:schemeClr val="lt1"/>
              </a:buClr>
              <a:buSzPts val="1600"/>
              <a:buNone/>
              <a:defRPr sz="1600">
                <a:solidFill>
                  <a:schemeClr val="lt1"/>
                </a:solidFill>
              </a:defRPr>
            </a:lvl3pPr>
            <a:lvl4pPr marL="1828800" lvl="3" indent="-228600" algn="l">
              <a:lnSpc>
                <a:spcPct val="100000"/>
              </a:lnSpc>
              <a:spcBef>
                <a:spcPts val="280"/>
              </a:spcBef>
              <a:spcAft>
                <a:spcPts val="0"/>
              </a:spcAft>
              <a:buClr>
                <a:schemeClr val="lt1"/>
              </a:buClr>
              <a:buSzPts val="1400"/>
              <a:buNone/>
              <a:defRPr sz="1400">
                <a:solidFill>
                  <a:schemeClr val="lt1"/>
                </a:solidFill>
              </a:defRPr>
            </a:lvl4pPr>
            <a:lvl5pPr marL="2286000" lvl="4" indent="-228600" algn="l">
              <a:lnSpc>
                <a:spcPct val="100000"/>
              </a:lnSpc>
              <a:spcBef>
                <a:spcPts val="240"/>
              </a:spcBef>
              <a:spcAft>
                <a:spcPts val="0"/>
              </a:spcAft>
              <a:buClr>
                <a:schemeClr val="lt1"/>
              </a:buClr>
              <a:buSzPts val="1200"/>
              <a:buNone/>
              <a:defRPr sz="1200">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ver - Full Red">
  <p:cSld name="1_Cover - Full Red">
    <p:bg>
      <p:bgPr>
        <a:solidFill>
          <a:srgbClr val="BA0C2F"/>
        </a:solidFill>
        <a:effectLst/>
      </p:bgPr>
    </p:bg>
    <p:spTree>
      <p:nvGrpSpPr>
        <p:cNvPr id="1" name="Shape 48"/>
        <p:cNvGrpSpPr/>
        <p:nvPr/>
      </p:nvGrpSpPr>
      <p:grpSpPr>
        <a:xfrm>
          <a:off x="0" y="0"/>
          <a:ext cx="0" cy="0"/>
          <a:chOff x="0" y="0"/>
          <a:chExt cx="0" cy="0"/>
        </a:xfrm>
      </p:grpSpPr>
      <p:sp>
        <p:nvSpPr>
          <p:cNvPr id="49" name="Google Shape;49;p9"/>
          <p:cNvSpPr txBox="1">
            <a:spLocks noGrp="1"/>
          </p:cNvSpPr>
          <p:nvPr>
            <p:ph type="ctrTitle"/>
          </p:nvPr>
        </p:nvSpPr>
        <p:spPr>
          <a:xfrm>
            <a:off x="685800" y="2133600"/>
            <a:ext cx="7767320" cy="1600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FFFFFF"/>
              </a:buClr>
              <a:buSzPts val="3200"/>
              <a:buFont typeface="Gill Sans"/>
              <a:buNone/>
              <a:defRPr sz="3200">
                <a:solidFill>
                  <a:srgbClr val="FFFFF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9"/>
          <p:cNvSpPr txBox="1">
            <a:spLocks noGrp="1"/>
          </p:cNvSpPr>
          <p:nvPr>
            <p:ph type="subTitle" idx="1"/>
          </p:nvPr>
        </p:nvSpPr>
        <p:spPr>
          <a:xfrm>
            <a:off x="685800" y="4114800"/>
            <a:ext cx="3429000" cy="16002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FFFFFF"/>
              </a:buClr>
              <a:buSzPts val="1800"/>
              <a:buNone/>
              <a:defRPr sz="1800">
                <a:solidFill>
                  <a:srgbClr val="FFFFFF"/>
                </a:solidFill>
                <a:latin typeface="Gill Sans"/>
                <a:ea typeface="Gill Sans"/>
                <a:cs typeface="Gill Sans"/>
                <a:sym typeface="Gill Sans"/>
              </a:defRPr>
            </a:lvl1pPr>
            <a:lvl2pPr lvl="1" algn="ctr">
              <a:lnSpc>
                <a:spcPct val="100000"/>
              </a:lnSpc>
              <a:spcBef>
                <a:spcPts val="1200"/>
              </a:spcBef>
              <a:spcAft>
                <a:spcPts val="0"/>
              </a:spcAft>
              <a:buClr>
                <a:srgbClr val="888888"/>
              </a:buClr>
              <a:buSzPts val="2000"/>
              <a:buNone/>
              <a:defRPr>
                <a:solidFill>
                  <a:srgbClr val="888888"/>
                </a:solidFill>
              </a:defRPr>
            </a:lvl2pPr>
            <a:lvl3pPr lvl="2" algn="ctr">
              <a:lnSpc>
                <a:spcPct val="100000"/>
              </a:lnSpc>
              <a:spcBef>
                <a:spcPts val="120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280"/>
              </a:spcBef>
              <a:spcAft>
                <a:spcPts val="0"/>
              </a:spcAft>
              <a:buClr>
                <a:srgbClr val="888888"/>
              </a:buClr>
              <a:buSzPts val="14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pic>
        <p:nvPicPr>
          <p:cNvPr id="51" name="Google Shape;51;p9"/>
          <p:cNvPicPr preferRelativeResize="0"/>
          <p:nvPr/>
        </p:nvPicPr>
        <p:blipFill rotWithShape="1">
          <a:blip r:embed="rId2">
            <a:alphaModFix/>
          </a:blip>
          <a:srcRect/>
          <a:stretch/>
        </p:blipFill>
        <p:spPr>
          <a:xfrm>
            <a:off x="589760" y="533400"/>
            <a:ext cx="2529051" cy="838200"/>
          </a:xfrm>
          <a:prstGeom prst="rect">
            <a:avLst/>
          </a:prstGeom>
          <a:noFill/>
          <a:ln>
            <a:noFill/>
          </a:ln>
          <a:effectLst>
            <a:outerShdw blurRad="254000" algn="tl" rotWithShape="0">
              <a:srgbClr val="000000">
                <a:alpha val="20000"/>
              </a:srgbClr>
            </a:outerShdw>
          </a:effec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vider - Full Red">
  <p:cSld name="1_Divider - Full Red 2">
    <p:bg>
      <p:bgPr>
        <a:solidFill>
          <a:srgbClr val="BA0C2F"/>
        </a:solidFill>
        <a:effectLst/>
      </p:bgPr>
    </p:bg>
    <p:spTree>
      <p:nvGrpSpPr>
        <p:cNvPr id="1" name="Shape 52"/>
        <p:cNvGrpSpPr/>
        <p:nvPr/>
      </p:nvGrpSpPr>
      <p:grpSpPr>
        <a:xfrm>
          <a:off x="0" y="0"/>
          <a:ext cx="0" cy="0"/>
          <a:chOff x="0" y="0"/>
          <a:chExt cx="0" cy="0"/>
        </a:xfrm>
      </p:grpSpPr>
      <p:pic>
        <p:nvPicPr>
          <p:cNvPr id="53" name="Google Shape;53;p10"/>
          <p:cNvPicPr preferRelativeResize="0"/>
          <p:nvPr/>
        </p:nvPicPr>
        <p:blipFill rotWithShape="1">
          <a:blip r:embed="rId2">
            <a:alphaModFix/>
          </a:blip>
          <a:srcRect/>
          <a:stretch/>
        </p:blipFill>
        <p:spPr>
          <a:xfrm>
            <a:off x="655343" y="5770881"/>
            <a:ext cx="1972398" cy="653708"/>
          </a:xfrm>
          <a:prstGeom prst="rect">
            <a:avLst/>
          </a:prstGeom>
          <a:noFill/>
          <a:ln>
            <a:noFill/>
          </a:ln>
        </p:spPr>
      </p:pic>
      <p:sp>
        <p:nvSpPr>
          <p:cNvPr id="54" name="Google Shape;54;p10"/>
          <p:cNvSpPr txBox="1">
            <a:spLocks noGrp="1"/>
          </p:cNvSpPr>
          <p:nvPr>
            <p:ph type="body" idx="1"/>
          </p:nvPr>
        </p:nvSpPr>
        <p:spPr>
          <a:xfrm>
            <a:off x="685800" y="1964511"/>
            <a:ext cx="7772400" cy="3532775"/>
          </a:xfrm>
          <a:prstGeom prst="rect">
            <a:avLst/>
          </a:prstGeom>
          <a:noFill/>
          <a:ln>
            <a:noFill/>
          </a:ln>
        </p:spPr>
        <p:txBody>
          <a:bodyPr spcFirstLastPara="1" wrap="square" lIns="0" tIns="0" rIns="91425" bIns="45700" anchor="t" anchorCtr="0">
            <a:normAutofit/>
          </a:bodyPr>
          <a:lstStyle>
            <a:lvl1pPr marL="457200" lvl="0" indent="-228600" algn="l">
              <a:lnSpc>
                <a:spcPct val="100000"/>
              </a:lnSpc>
              <a:spcBef>
                <a:spcPts val="200"/>
              </a:spcBef>
              <a:spcAft>
                <a:spcPts val="0"/>
              </a:spcAft>
              <a:buClr>
                <a:srgbClr val="6C6463"/>
              </a:buClr>
              <a:buSzPts val="2000"/>
              <a:buNone/>
              <a:defRPr sz="2600">
                <a:solidFill>
                  <a:schemeClr val="lt1"/>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5" name="Google Shape;55;p10"/>
          <p:cNvSpPr txBox="1">
            <a:spLocks noGrp="1"/>
          </p:cNvSpPr>
          <p:nvPr>
            <p:ph type="title"/>
          </p:nvPr>
        </p:nvSpPr>
        <p:spPr>
          <a:xfrm>
            <a:off x="686104" y="1082102"/>
            <a:ext cx="7772400" cy="646290"/>
          </a:xfrm>
          <a:prstGeom prst="rect">
            <a:avLst/>
          </a:prstGeom>
          <a:noFill/>
          <a:ln>
            <a:noFill/>
          </a:ln>
        </p:spPr>
        <p:txBody>
          <a:bodyPr spcFirstLastPara="1" wrap="square" lIns="91425" tIns="45700" rIns="91425" bIns="45700" anchor="t" anchorCtr="0">
            <a:spAutoFit/>
          </a:bodyPr>
          <a:lstStyle>
            <a:lvl1pPr lvl="0" algn="l">
              <a:lnSpc>
                <a:spcPct val="100000"/>
              </a:lnSpc>
              <a:spcBef>
                <a:spcPts val="0"/>
              </a:spcBef>
              <a:spcAft>
                <a:spcPts val="0"/>
              </a:spcAft>
              <a:buClr>
                <a:srgbClr val="BA0C2F"/>
              </a:buClr>
              <a:buSzPts val="2800"/>
              <a:buFont typeface="Gill Sans"/>
              <a:buNone/>
              <a:defRPr sz="3600">
                <a:solidFill>
                  <a:schemeClr val="lt1"/>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Red/White 1 Content + Bottom Photo">
  <p:cSld name="Red/White 1 Content + Bottom Photo">
    <p:bg>
      <p:bgPr>
        <a:solidFill>
          <a:schemeClr val="lt1"/>
        </a:solidFill>
        <a:effectLst/>
      </p:bgPr>
    </p:bg>
    <p:spTree>
      <p:nvGrpSpPr>
        <p:cNvPr id="1" name="Shape 56"/>
        <p:cNvGrpSpPr/>
        <p:nvPr/>
      </p:nvGrpSpPr>
      <p:grpSpPr>
        <a:xfrm>
          <a:off x="0" y="0"/>
          <a:ext cx="0" cy="0"/>
          <a:chOff x="0" y="0"/>
          <a:chExt cx="0" cy="0"/>
        </a:xfrm>
      </p:grpSpPr>
      <p:sp>
        <p:nvSpPr>
          <p:cNvPr id="57" name="Google Shape;57;p11"/>
          <p:cNvSpPr txBox="1">
            <a:spLocks noGrp="1"/>
          </p:cNvSpPr>
          <p:nvPr>
            <p:ph type="body" idx="1"/>
          </p:nvPr>
        </p:nvSpPr>
        <p:spPr>
          <a:xfrm>
            <a:off x="685800" y="1300479"/>
            <a:ext cx="7772400" cy="4871719"/>
          </a:xfrm>
          <a:prstGeom prst="rect">
            <a:avLst/>
          </a:prstGeom>
          <a:noFill/>
          <a:ln>
            <a:noFill/>
          </a:ln>
        </p:spPr>
        <p:txBody>
          <a:bodyPr spcFirstLastPara="1" wrap="square" lIns="0" tIns="0" rIns="91425" bIns="45700" anchor="t" anchorCtr="0">
            <a:normAutofit/>
          </a:bodyPr>
          <a:lstStyle>
            <a:lvl1pPr marL="457200" lvl="0" indent="-355600" algn="l">
              <a:lnSpc>
                <a:spcPct val="100000"/>
              </a:lnSpc>
              <a:spcBef>
                <a:spcPts val="1200"/>
              </a:spcBef>
              <a:spcAft>
                <a:spcPts val="0"/>
              </a:spcAft>
              <a:buClr>
                <a:srgbClr val="6C6463"/>
              </a:buClr>
              <a:buSzPts val="2000"/>
              <a:buChar char="•"/>
              <a:defRPr>
                <a:solidFill>
                  <a:srgbClr val="6C6463"/>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8" name="Google Shape;58;p11"/>
          <p:cNvSpPr txBox="1">
            <a:spLocks noGrp="1"/>
          </p:cNvSpPr>
          <p:nvPr>
            <p:ph type="title"/>
          </p:nvPr>
        </p:nvSpPr>
        <p:spPr>
          <a:xfrm>
            <a:off x="686104" y="848420"/>
            <a:ext cx="7772400" cy="52318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Red/Gray 3 Content">
  <p:cSld name="Red/Gray 3 Content">
    <p:bg>
      <p:bgPr>
        <a:solidFill>
          <a:srgbClr val="E7E7E5"/>
        </a:solidFill>
        <a:effectLst/>
      </p:bgPr>
    </p:bg>
    <p:spTree>
      <p:nvGrpSpPr>
        <p:cNvPr id="1" name="Shape 59"/>
        <p:cNvGrpSpPr/>
        <p:nvPr/>
      </p:nvGrpSpPr>
      <p:grpSpPr>
        <a:xfrm>
          <a:off x="0" y="0"/>
          <a:ext cx="0" cy="0"/>
          <a:chOff x="0" y="0"/>
          <a:chExt cx="0" cy="0"/>
        </a:xfrm>
      </p:grpSpPr>
      <p:sp>
        <p:nvSpPr>
          <p:cNvPr id="60" name="Google Shape;60;p12"/>
          <p:cNvSpPr txBox="1">
            <a:spLocks noGrp="1"/>
          </p:cNvSpPr>
          <p:nvPr>
            <p:ph type="body" idx="1"/>
          </p:nvPr>
        </p:nvSpPr>
        <p:spPr>
          <a:xfrm>
            <a:off x="685800" y="1300480"/>
            <a:ext cx="2514296" cy="4937760"/>
          </a:xfrm>
          <a:prstGeom prst="rect">
            <a:avLst/>
          </a:prstGeom>
          <a:noFill/>
          <a:ln>
            <a:noFill/>
          </a:ln>
        </p:spPr>
        <p:txBody>
          <a:bodyPr spcFirstLastPara="1" wrap="square" lIns="0" tIns="0" rIns="91425" bIns="45700" anchor="t" anchorCtr="0">
            <a:normAutofit/>
          </a:bodyPr>
          <a:lstStyle>
            <a:lvl1pPr marL="457200" lvl="0" indent="-355600" algn="l">
              <a:lnSpc>
                <a:spcPct val="100000"/>
              </a:lnSpc>
              <a:spcBef>
                <a:spcPts val="1200"/>
              </a:spcBef>
              <a:spcAft>
                <a:spcPts val="0"/>
              </a:spcAft>
              <a:buClr>
                <a:srgbClr val="6C6463"/>
              </a:buClr>
              <a:buSzPts val="2000"/>
              <a:buChar char="•"/>
              <a:defRPr>
                <a:solidFill>
                  <a:srgbClr val="6C6463"/>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1" name="Google Shape;61;p12"/>
          <p:cNvSpPr txBox="1"/>
          <p:nvPr/>
        </p:nvSpPr>
        <p:spPr>
          <a:xfrm>
            <a:off x="686104" y="848420"/>
            <a:ext cx="7772400" cy="523180"/>
          </a:xfrm>
          <a:prstGeom prst="rect">
            <a:avLst/>
          </a:prstGeom>
          <a:noFill/>
          <a:ln>
            <a:noFill/>
          </a:ln>
        </p:spPr>
        <p:txBody>
          <a:bodyPr spcFirstLastPara="1" wrap="square" lIns="91425" tIns="45700" rIns="91425" bIns="45700" anchor="b" anchorCtr="0">
            <a:spAutoFit/>
          </a:bodyPr>
          <a:lstStyle/>
          <a:p>
            <a:pPr marL="0" marR="0" lvl="0" indent="0" algn="l" rtl="0">
              <a:lnSpc>
                <a:spcPct val="100000"/>
              </a:lnSpc>
              <a:spcBef>
                <a:spcPts val="0"/>
              </a:spcBef>
              <a:spcAft>
                <a:spcPts val="0"/>
              </a:spcAft>
              <a:buClr>
                <a:srgbClr val="BA0C2F"/>
              </a:buClr>
              <a:buSzPts val="2800"/>
              <a:buFont typeface="Gill Sans"/>
              <a:buNone/>
            </a:pPr>
            <a:r>
              <a:rPr lang="en-US" sz="2800" b="0" i="0" u="none" strike="noStrike" cap="none">
                <a:solidFill>
                  <a:srgbClr val="BA0C2F"/>
                </a:solidFill>
                <a:latin typeface="Gill Sans"/>
                <a:ea typeface="Gill Sans"/>
                <a:cs typeface="Gill Sans"/>
                <a:sym typeface="Gill Sans"/>
              </a:rPr>
              <a:t>CLICK TO ADD TITLE</a:t>
            </a:r>
            <a:endParaRPr/>
          </a:p>
        </p:txBody>
      </p:sp>
      <p:sp>
        <p:nvSpPr>
          <p:cNvPr id="62" name="Google Shape;62;p12"/>
          <p:cNvSpPr txBox="1">
            <a:spLocks noGrp="1"/>
          </p:cNvSpPr>
          <p:nvPr>
            <p:ph type="body" idx="2"/>
          </p:nvPr>
        </p:nvSpPr>
        <p:spPr>
          <a:xfrm>
            <a:off x="3307080" y="1300480"/>
            <a:ext cx="2514296" cy="4937760"/>
          </a:xfrm>
          <a:prstGeom prst="rect">
            <a:avLst/>
          </a:prstGeom>
          <a:noFill/>
          <a:ln>
            <a:noFill/>
          </a:ln>
        </p:spPr>
        <p:txBody>
          <a:bodyPr spcFirstLastPara="1" wrap="square" lIns="0" tIns="0" rIns="91425" bIns="45700" anchor="t" anchorCtr="0">
            <a:normAutofit/>
          </a:bodyPr>
          <a:lstStyle>
            <a:lvl1pPr marL="457200" lvl="0" indent="-355600" algn="l">
              <a:lnSpc>
                <a:spcPct val="100000"/>
              </a:lnSpc>
              <a:spcBef>
                <a:spcPts val="1200"/>
              </a:spcBef>
              <a:spcAft>
                <a:spcPts val="0"/>
              </a:spcAft>
              <a:buClr>
                <a:srgbClr val="6C6463"/>
              </a:buClr>
              <a:buSzPts val="2000"/>
              <a:buChar char="•"/>
              <a:defRPr>
                <a:solidFill>
                  <a:srgbClr val="6C6463"/>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3" name="Google Shape;63;p12"/>
          <p:cNvSpPr txBox="1">
            <a:spLocks noGrp="1"/>
          </p:cNvSpPr>
          <p:nvPr>
            <p:ph type="body" idx="3"/>
          </p:nvPr>
        </p:nvSpPr>
        <p:spPr>
          <a:xfrm>
            <a:off x="5938520" y="1300480"/>
            <a:ext cx="2514296" cy="4937760"/>
          </a:xfrm>
          <a:prstGeom prst="rect">
            <a:avLst/>
          </a:prstGeom>
          <a:noFill/>
          <a:ln>
            <a:noFill/>
          </a:ln>
        </p:spPr>
        <p:txBody>
          <a:bodyPr spcFirstLastPara="1" wrap="square" lIns="0" tIns="0" rIns="91425" bIns="45700" anchor="t" anchorCtr="0">
            <a:normAutofit/>
          </a:bodyPr>
          <a:lstStyle>
            <a:lvl1pPr marL="457200" lvl="0" indent="-355600" algn="l">
              <a:lnSpc>
                <a:spcPct val="100000"/>
              </a:lnSpc>
              <a:spcBef>
                <a:spcPts val="1200"/>
              </a:spcBef>
              <a:spcAft>
                <a:spcPts val="0"/>
              </a:spcAft>
              <a:buClr>
                <a:srgbClr val="6C6463"/>
              </a:buClr>
              <a:buSzPts val="2000"/>
              <a:buChar char="•"/>
              <a:defRPr>
                <a:solidFill>
                  <a:srgbClr val="6C6463"/>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Red/Gray Title Only">
  <p:cSld name="Red/Gray Title Only">
    <p:bg>
      <p:bgPr>
        <a:solidFill>
          <a:srgbClr val="E7E7E5"/>
        </a:solidFill>
        <a:effectLst/>
      </p:bgPr>
    </p:bg>
    <p:spTree>
      <p:nvGrpSpPr>
        <p:cNvPr id="1" name="Shape 64"/>
        <p:cNvGrpSpPr/>
        <p:nvPr/>
      </p:nvGrpSpPr>
      <p:grpSpPr>
        <a:xfrm>
          <a:off x="0" y="0"/>
          <a:ext cx="0" cy="0"/>
          <a:chOff x="0" y="0"/>
          <a:chExt cx="0" cy="0"/>
        </a:xfrm>
      </p:grpSpPr>
      <p:sp>
        <p:nvSpPr>
          <p:cNvPr id="65" name="Google Shape;65;p13"/>
          <p:cNvSpPr>
            <a:spLocks noGrp="1"/>
          </p:cNvSpPr>
          <p:nvPr>
            <p:ph type="pic" idx="2"/>
          </p:nvPr>
        </p:nvSpPr>
        <p:spPr>
          <a:xfrm>
            <a:off x="152400" y="152400"/>
            <a:ext cx="4419600" cy="6553200"/>
          </a:xfrm>
          <a:prstGeom prst="rect">
            <a:avLst/>
          </a:prstGeom>
          <a:solidFill>
            <a:srgbClr val="FFFFFF"/>
          </a:solidFill>
          <a:ln>
            <a:noFill/>
          </a:ln>
        </p:spPr>
      </p:sp>
      <p:sp>
        <p:nvSpPr>
          <p:cNvPr id="66" name="Google Shape;66;p13"/>
          <p:cNvSpPr txBox="1"/>
          <p:nvPr/>
        </p:nvSpPr>
        <p:spPr>
          <a:xfrm>
            <a:off x="4943144" y="3167410"/>
            <a:ext cx="3652520" cy="523180"/>
          </a:xfrm>
          <a:prstGeom prst="rect">
            <a:avLst/>
          </a:prstGeom>
          <a:noFill/>
          <a:ln>
            <a:noFill/>
          </a:ln>
        </p:spPr>
        <p:txBody>
          <a:bodyPr spcFirstLastPara="1" wrap="square" lIns="91425" tIns="45700" rIns="91425" bIns="45700" anchor="b" anchorCtr="0">
            <a:spAutoFit/>
          </a:bodyPr>
          <a:lstStyle/>
          <a:p>
            <a:pPr marL="0" marR="0" lvl="0" indent="0" algn="l" rtl="0">
              <a:lnSpc>
                <a:spcPct val="100000"/>
              </a:lnSpc>
              <a:spcBef>
                <a:spcPts val="0"/>
              </a:spcBef>
              <a:spcAft>
                <a:spcPts val="0"/>
              </a:spcAft>
              <a:buClr>
                <a:srgbClr val="BA0C2F"/>
              </a:buClr>
              <a:buSzPts val="2800"/>
              <a:buFont typeface="Gill Sans"/>
              <a:buNone/>
            </a:pPr>
            <a:r>
              <a:rPr lang="en-US" sz="2800" b="0" i="0" u="none" strike="noStrike" cap="none">
                <a:solidFill>
                  <a:srgbClr val="BA0C2F"/>
                </a:solidFill>
                <a:latin typeface="Gill Sans"/>
                <a:ea typeface="Gill Sans"/>
                <a:cs typeface="Gill Sans"/>
                <a:sym typeface="Gill Sans"/>
              </a:rPr>
              <a:t>CLICK TO ADD TITLE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Red/White 2 Content">
  <p:cSld name="Red/White 2 Content">
    <p:bg>
      <p:bgPr>
        <a:solidFill>
          <a:schemeClr val="lt1"/>
        </a:solidFill>
        <a:effectLst/>
      </p:bgPr>
    </p:bg>
    <p:spTree>
      <p:nvGrpSpPr>
        <p:cNvPr id="1" name="Shape 67"/>
        <p:cNvGrpSpPr/>
        <p:nvPr/>
      </p:nvGrpSpPr>
      <p:grpSpPr>
        <a:xfrm>
          <a:off x="0" y="0"/>
          <a:ext cx="0" cy="0"/>
          <a:chOff x="0" y="0"/>
          <a:chExt cx="0" cy="0"/>
        </a:xfrm>
      </p:grpSpPr>
      <p:sp>
        <p:nvSpPr>
          <p:cNvPr id="68" name="Google Shape;68;p14"/>
          <p:cNvSpPr txBox="1">
            <a:spLocks noGrp="1"/>
          </p:cNvSpPr>
          <p:nvPr>
            <p:ph type="body" idx="1"/>
          </p:nvPr>
        </p:nvSpPr>
        <p:spPr>
          <a:xfrm>
            <a:off x="685800" y="1300480"/>
            <a:ext cx="3809696" cy="4907280"/>
          </a:xfrm>
          <a:prstGeom prst="rect">
            <a:avLst/>
          </a:prstGeom>
          <a:noFill/>
          <a:ln>
            <a:noFill/>
          </a:ln>
        </p:spPr>
        <p:txBody>
          <a:bodyPr spcFirstLastPara="1" wrap="square" lIns="0" tIns="0" rIns="91425" bIns="45700" anchor="t" anchorCtr="0">
            <a:normAutofit/>
          </a:bodyPr>
          <a:lstStyle>
            <a:lvl1pPr marL="457200" lvl="0" indent="-355600" algn="l">
              <a:lnSpc>
                <a:spcPct val="100000"/>
              </a:lnSpc>
              <a:spcBef>
                <a:spcPts val="1200"/>
              </a:spcBef>
              <a:spcAft>
                <a:spcPts val="0"/>
              </a:spcAft>
              <a:buClr>
                <a:srgbClr val="6C6463"/>
              </a:buClr>
              <a:buSzPts val="2000"/>
              <a:buChar char="•"/>
              <a:defRPr>
                <a:solidFill>
                  <a:srgbClr val="6C6463"/>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9" name="Google Shape;69;p14"/>
          <p:cNvSpPr txBox="1">
            <a:spLocks noGrp="1"/>
          </p:cNvSpPr>
          <p:nvPr>
            <p:ph type="title"/>
          </p:nvPr>
        </p:nvSpPr>
        <p:spPr>
          <a:xfrm>
            <a:off x="686104" y="848420"/>
            <a:ext cx="7772400" cy="52318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body" idx="2"/>
          </p:nvPr>
        </p:nvSpPr>
        <p:spPr>
          <a:xfrm>
            <a:off x="4638040" y="1300480"/>
            <a:ext cx="3819856" cy="4907280"/>
          </a:xfrm>
          <a:prstGeom prst="rect">
            <a:avLst/>
          </a:prstGeom>
          <a:noFill/>
          <a:ln>
            <a:noFill/>
          </a:ln>
        </p:spPr>
        <p:txBody>
          <a:bodyPr spcFirstLastPara="1" wrap="square" lIns="0" tIns="0" rIns="91425" bIns="45700" anchor="t" anchorCtr="0">
            <a:normAutofit/>
          </a:bodyPr>
          <a:lstStyle>
            <a:lvl1pPr marL="457200" lvl="0" indent="-355600" algn="l">
              <a:lnSpc>
                <a:spcPct val="100000"/>
              </a:lnSpc>
              <a:spcBef>
                <a:spcPts val="1200"/>
              </a:spcBef>
              <a:spcAft>
                <a:spcPts val="0"/>
              </a:spcAft>
              <a:buClr>
                <a:srgbClr val="6C6463"/>
              </a:buClr>
              <a:buSzPts val="2000"/>
              <a:buChar char="•"/>
              <a:defRPr>
                <a:solidFill>
                  <a:srgbClr val="6C6463"/>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Red/White 3 Content">
  <p:cSld name="Red/White 3 Content">
    <p:bg>
      <p:bgPr>
        <a:solidFill>
          <a:schemeClr val="lt1"/>
        </a:solidFill>
        <a:effectLst/>
      </p:bgPr>
    </p:bg>
    <p:spTree>
      <p:nvGrpSpPr>
        <p:cNvPr id="1" name="Shape 71"/>
        <p:cNvGrpSpPr/>
        <p:nvPr/>
      </p:nvGrpSpPr>
      <p:grpSpPr>
        <a:xfrm>
          <a:off x="0" y="0"/>
          <a:ext cx="0" cy="0"/>
          <a:chOff x="0" y="0"/>
          <a:chExt cx="0" cy="0"/>
        </a:xfrm>
      </p:grpSpPr>
      <p:sp>
        <p:nvSpPr>
          <p:cNvPr id="72" name="Google Shape;72;p15"/>
          <p:cNvSpPr txBox="1">
            <a:spLocks noGrp="1"/>
          </p:cNvSpPr>
          <p:nvPr>
            <p:ph type="body" idx="1"/>
          </p:nvPr>
        </p:nvSpPr>
        <p:spPr>
          <a:xfrm>
            <a:off x="685800" y="1300480"/>
            <a:ext cx="2514296" cy="4937760"/>
          </a:xfrm>
          <a:prstGeom prst="rect">
            <a:avLst/>
          </a:prstGeom>
          <a:noFill/>
          <a:ln>
            <a:noFill/>
          </a:ln>
        </p:spPr>
        <p:txBody>
          <a:bodyPr spcFirstLastPara="1" wrap="square" lIns="0" tIns="0" rIns="91425" bIns="45700" anchor="t" anchorCtr="0">
            <a:normAutofit/>
          </a:bodyPr>
          <a:lstStyle>
            <a:lvl1pPr marL="457200" lvl="0" indent="-355600" algn="l">
              <a:lnSpc>
                <a:spcPct val="100000"/>
              </a:lnSpc>
              <a:spcBef>
                <a:spcPts val="1200"/>
              </a:spcBef>
              <a:spcAft>
                <a:spcPts val="0"/>
              </a:spcAft>
              <a:buClr>
                <a:srgbClr val="6C6463"/>
              </a:buClr>
              <a:buSzPts val="2000"/>
              <a:buChar char="•"/>
              <a:defRPr>
                <a:solidFill>
                  <a:srgbClr val="6C6463"/>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3" name="Google Shape;73;p15"/>
          <p:cNvSpPr txBox="1"/>
          <p:nvPr/>
        </p:nvSpPr>
        <p:spPr>
          <a:xfrm>
            <a:off x="686104" y="848420"/>
            <a:ext cx="7772400" cy="523180"/>
          </a:xfrm>
          <a:prstGeom prst="rect">
            <a:avLst/>
          </a:prstGeom>
          <a:noFill/>
          <a:ln>
            <a:noFill/>
          </a:ln>
        </p:spPr>
        <p:txBody>
          <a:bodyPr spcFirstLastPara="1" wrap="square" lIns="91425" tIns="45700" rIns="91425" bIns="45700" anchor="b" anchorCtr="0">
            <a:spAutoFit/>
          </a:bodyPr>
          <a:lstStyle/>
          <a:p>
            <a:pPr marL="0" marR="0" lvl="0" indent="0" algn="l" rtl="0">
              <a:lnSpc>
                <a:spcPct val="100000"/>
              </a:lnSpc>
              <a:spcBef>
                <a:spcPts val="0"/>
              </a:spcBef>
              <a:spcAft>
                <a:spcPts val="0"/>
              </a:spcAft>
              <a:buClr>
                <a:srgbClr val="BA0C2F"/>
              </a:buClr>
              <a:buSzPts val="2800"/>
              <a:buFont typeface="Gill Sans"/>
              <a:buNone/>
            </a:pPr>
            <a:r>
              <a:rPr lang="en-US" sz="2800" b="0" i="0" u="none" strike="noStrike" cap="none">
                <a:solidFill>
                  <a:srgbClr val="BA0C2F"/>
                </a:solidFill>
                <a:latin typeface="Gill Sans"/>
                <a:ea typeface="Gill Sans"/>
                <a:cs typeface="Gill Sans"/>
                <a:sym typeface="Gill Sans"/>
              </a:rPr>
              <a:t>CLICK TO ADD TITLE</a:t>
            </a:r>
            <a:endParaRPr/>
          </a:p>
        </p:txBody>
      </p:sp>
      <p:sp>
        <p:nvSpPr>
          <p:cNvPr id="74" name="Google Shape;74;p15"/>
          <p:cNvSpPr txBox="1">
            <a:spLocks noGrp="1"/>
          </p:cNvSpPr>
          <p:nvPr>
            <p:ph type="body" idx="2"/>
          </p:nvPr>
        </p:nvSpPr>
        <p:spPr>
          <a:xfrm>
            <a:off x="3307080" y="1300480"/>
            <a:ext cx="2514296" cy="4937760"/>
          </a:xfrm>
          <a:prstGeom prst="rect">
            <a:avLst/>
          </a:prstGeom>
          <a:noFill/>
          <a:ln>
            <a:noFill/>
          </a:ln>
        </p:spPr>
        <p:txBody>
          <a:bodyPr spcFirstLastPara="1" wrap="square" lIns="0" tIns="0" rIns="91425" bIns="45700" anchor="t" anchorCtr="0">
            <a:normAutofit/>
          </a:bodyPr>
          <a:lstStyle>
            <a:lvl1pPr marL="457200" lvl="0" indent="-355600" algn="l">
              <a:lnSpc>
                <a:spcPct val="100000"/>
              </a:lnSpc>
              <a:spcBef>
                <a:spcPts val="1200"/>
              </a:spcBef>
              <a:spcAft>
                <a:spcPts val="0"/>
              </a:spcAft>
              <a:buClr>
                <a:srgbClr val="6C6463"/>
              </a:buClr>
              <a:buSzPts val="2000"/>
              <a:buChar char="•"/>
              <a:defRPr>
                <a:solidFill>
                  <a:srgbClr val="6C6463"/>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5"/>
          <p:cNvSpPr txBox="1">
            <a:spLocks noGrp="1"/>
          </p:cNvSpPr>
          <p:nvPr>
            <p:ph type="body" idx="3"/>
          </p:nvPr>
        </p:nvSpPr>
        <p:spPr>
          <a:xfrm>
            <a:off x="5938520" y="1300480"/>
            <a:ext cx="2514296" cy="4937760"/>
          </a:xfrm>
          <a:prstGeom prst="rect">
            <a:avLst/>
          </a:prstGeom>
          <a:noFill/>
          <a:ln>
            <a:noFill/>
          </a:ln>
        </p:spPr>
        <p:txBody>
          <a:bodyPr spcFirstLastPara="1" wrap="square" lIns="0" tIns="0" rIns="91425" bIns="45700" anchor="t" anchorCtr="0">
            <a:normAutofit/>
          </a:bodyPr>
          <a:lstStyle>
            <a:lvl1pPr marL="457200" lvl="0" indent="-355600" algn="l">
              <a:lnSpc>
                <a:spcPct val="100000"/>
              </a:lnSpc>
              <a:spcBef>
                <a:spcPts val="1200"/>
              </a:spcBef>
              <a:spcAft>
                <a:spcPts val="0"/>
              </a:spcAft>
              <a:buClr>
                <a:srgbClr val="6C6463"/>
              </a:buClr>
              <a:buSzPts val="2000"/>
              <a:buChar char="•"/>
              <a:defRPr>
                <a:solidFill>
                  <a:srgbClr val="6C6463"/>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Red/White 1 Content + Bottom Photo">
  <p:cSld name="1_Red/White 1 Content + Bottom Photo">
    <p:bg>
      <p:bgPr>
        <a:solidFill>
          <a:schemeClr val="lt1"/>
        </a:solidFill>
        <a:effectLst/>
      </p:bgPr>
    </p:bg>
    <p:spTree>
      <p:nvGrpSpPr>
        <p:cNvPr id="1" name="Shape 76"/>
        <p:cNvGrpSpPr/>
        <p:nvPr/>
      </p:nvGrpSpPr>
      <p:grpSpPr>
        <a:xfrm>
          <a:off x="0" y="0"/>
          <a:ext cx="0" cy="0"/>
          <a:chOff x="0" y="0"/>
          <a:chExt cx="0" cy="0"/>
        </a:xfrm>
      </p:grpSpPr>
      <p:sp>
        <p:nvSpPr>
          <p:cNvPr id="77" name="Google Shape;77;p16"/>
          <p:cNvSpPr>
            <a:spLocks noGrp="1"/>
          </p:cNvSpPr>
          <p:nvPr>
            <p:ph type="pic" idx="2"/>
          </p:nvPr>
        </p:nvSpPr>
        <p:spPr>
          <a:xfrm>
            <a:off x="152400" y="3429000"/>
            <a:ext cx="8839200" cy="3276600"/>
          </a:xfrm>
          <a:prstGeom prst="rect">
            <a:avLst/>
          </a:prstGeom>
          <a:solidFill>
            <a:srgbClr val="E7E7E5"/>
          </a:solidFill>
          <a:ln>
            <a:noFill/>
          </a:ln>
        </p:spPr>
      </p:sp>
      <p:sp>
        <p:nvSpPr>
          <p:cNvPr id="78" name="Google Shape;78;p16"/>
          <p:cNvSpPr txBox="1">
            <a:spLocks noGrp="1"/>
          </p:cNvSpPr>
          <p:nvPr>
            <p:ph type="body" idx="1"/>
          </p:nvPr>
        </p:nvSpPr>
        <p:spPr>
          <a:xfrm>
            <a:off x="685800" y="1300480"/>
            <a:ext cx="7772400" cy="1818640"/>
          </a:xfrm>
          <a:prstGeom prst="rect">
            <a:avLst/>
          </a:prstGeom>
          <a:noFill/>
          <a:ln>
            <a:noFill/>
          </a:ln>
        </p:spPr>
        <p:txBody>
          <a:bodyPr spcFirstLastPara="1" wrap="square" lIns="0" tIns="0" rIns="91425" bIns="45700" anchor="t" anchorCtr="0">
            <a:normAutofit/>
          </a:bodyPr>
          <a:lstStyle>
            <a:lvl1pPr marL="457200" lvl="0" indent="-355600" algn="l">
              <a:lnSpc>
                <a:spcPct val="100000"/>
              </a:lnSpc>
              <a:spcBef>
                <a:spcPts val="1200"/>
              </a:spcBef>
              <a:spcAft>
                <a:spcPts val="0"/>
              </a:spcAft>
              <a:buClr>
                <a:srgbClr val="6C6463"/>
              </a:buClr>
              <a:buSzPts val="2000"/>
              <a:buChar char="•"/>
              <a:defRPr>
                <a:solidFill>
                  <a:srgbClr val="6C6463"/>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9" name="Google Shape;79;p16"/>
          <p:cNvSpPr txBox="1">
            <a:spLocks noGrp="1"/>
          </p:cNvSpPr>
          <p:nvPr>
            <p:ph type="title"/>
          </p:nvPr>
        </p:nvSpPr>
        <p:spPr>
          <a:xfrm>
            <a:off x="686104" y="848420"/>
            <a:ext cx="7772400" cy="52318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Red/White 1 Content + Right Photo">
  <p:cSld name="Red/White 1 Content + Right Photo">
    <p:bg>
      <p:bgPr>
        <a:solidFill>
          <a:schemeClr val="lt1"/>
        </a:solidFill>
        <a:effectLst/>
      </p:bgPr>
    </p:bg>
    <p:spTree>
      <p:nvGrpSpPr>
        <p:cNvPr id="1" name="Shape 80"/>
        <p:cNvGrpSpPr/>
        <p:nvPr/>
      </p:nvGrpSpPr>
      <p:grpSpPr>
        <a:xfrm>
          <a:off x="0" y="0"/>
          <a:ext cx="0" cy="0"/>
          <a:chOff x="0" y="0"/>
          <a:chExt cx="0" cy="0"/>
        </a:xfrm>
      </p:grpSpPr>
      <p:sp>
        <p:nvSpPr>
          <p:cNvPr id="81" name="Google Shape;81;p17"/>
          <p:cNvSpPr>
            <a:spLocks noGrp="1"/>
          </p:cNvSpPr>
          <p:nvPr>
            <p:ph type="pic" idx="2"/>
          </p:nvPr>
        </p:nvSpPr>
        <p:spPr>
          <a:xfrm>
            <a:off x="4572000" y="152400"/>
            <a:ext cx="4419600" cy="6553200"/>
          </a:xfrm>
          <a:prstGeom prst="rect">
            <a:avLst/>
          </a:prstGeom>
          <a:solidFill>
            <a:srgbClr val="E7E7E5"/>
          </a:solidFill>
          <a:ln>
            <a:noFill/>
          </a:ln>
        </p:spPr>
      </p:sp>
      <p:sp>
        <p:nvSpPr>
          <p:cNvPr id="82" name="Google Shape;82;p17"/>
          <p:cNvSpPr txBox="1">
            <a:spLocks noGrp="1"/>
          </p:cNvSpPr>
          <p:nvPr>
            <p:ph type="body" idx="1"/>
          </p:nvPr>
        </p:nvSpPr>
        <p:spPr>
          <a:xfrm rot="-5400000">
            <a:off x="7527667" y="1431666"/>
            <a:ext cx="2743200" cy="184666"/>
          </a:xfrm>
          <a:prstGeom prst="rect">
            <a:avLst/>
          </a:prstGeom>
          <a:noFill/>
          <a:ln>
            <a:noFill/>
          </a:ln>
        </p:spPr>
        <p:txBody>
          <a:bodyPr spcFirstLastPara="1" wrap="square" lIns="91425" tIns="45700" rIns="91425" bIns="45700" anchor="t" anchorCtr="0">
            <a:spAutoFit/>
          </a:bodyPr>
          <a:lstStyle>
            <a:lvl1pPr marL="457200" lvl="0" indent="-228600" algn="r">
              <a:lnSpc>
                <a:spcPct val="100000"/>
              </a:lnSpc>
              <a:spcBef>
                <a:spcPts val="0"/>
              </a:spcBef>
              <a:spcAft>
                <a:spcPts val="0"/>
              </a:spcAft>
              <a:buClr>
                <a:srgbClr val="FFFFFF"/>
              </a:buClr>
              <a:buSzPts val="600"/>
              <a:buNone/>
              <a:defRPr sz="600">
                <a:solidFill>
                  <a:srgbClr val="FFFFFF"/>
                </a:solidFill>
              </a:defRPr>
            </a:lvl1pPr>
            <a:lvl2pPr marL="914400" lvl="1" indent="-228600" algn="l">
              <a:lnSpc>
                <a:spcPct val="100000"/>
              </a:lnSpc>
              <a:spcBef>
                <a:spcPts val="1200"/>
              </a:spcBef>
              <a:spcAft>
                <a:spcPts val="0"/>
              </a:spcAft>
              <a:buClr>
                <a:schemeClr val="lt1"/>
              </a:buClr>
              <a:buSzPts val="1800"/>
              <a:buNone/>
              <a:defRPr sz="1800">
                <a:solidFill>
                  <a:schemeClr val="lt1"/>
                </a:solidFill>
              </a:defRPr>
            </a:lvl2pPr>
            <a:lvl3pPr marL="1371600" lvl="2" indent="-228600" algn="l">
              <a:lnSpc>
                <a:spcPct val="100000"/>
              </a:lnSpc>
              <a:spcBef>
                <a:spcPts val="1200"/>
              </a:spcBef>
              <a:spcAft>
                <a:spcPts val="0"/>
              </a:spcAft>
              <a:buClr>
                <a:schemeClr val="lt1"/>
              </a:buClr>
              <a:buSzPts val="1600"/>
              <a:buNone/>
              <a:defRPr sz="1600">
                <a:solidFill>
                  <a:schemeClr val="lt1"/>
                </a:solidFill>
              </a:defRPr>
            </a:lvl3pPr>
            <a:lvl4pPr marL="1828800" lvl="3" indent="-228600" algn="l">
              <a:lnSpc>
                <a:spcPct val="100000"/>
              </a:lnSpc>
              <a:spcBef>
                <a:spcPts val="280"/>
              </a:spcBef>
              <a:spcAft>
                <a:spcPts val="0"/>
              </a:spcAft>
              <a:buClr>
                <a:schemeClr val="lt1"/>
              </a:buClr>
              <a:buSzPts val="1400"/>
              <a:buNone/>
              <a:defRPr sz="1400">
                <a:solidFill>
                  <a:schemeClr val="lt1"/>
                </a:solidFill>
              </a:defRPr>
            </a:lvl4pPr>
            <a:lvl5pPr marL="2286000" lvl="4" indent="-228600" algn="l">
              <a:lnSpc>
                <a:spcPct val="100000"/>
              </a:lnSpc>
              <a:spcBef>
                <a:spcPts val="240"/>
              </a:spcBef>
              <a:spcAft>
                <a:spcPts val="0"/>
              </a:spcAft>
              <a:buClr>
                <a:schemeClr val="lt1"/>
              </a:buClr>
              <a:buSzPts val="1200"/>
              <a:buNone/>
              <a:defRPr sz="1200">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3" name="Google Shape;83;p17"/>
          <p:cNvSpPr txBox="1">
            <a:spLocks noGrp="1"/>
          </p:cNvSpPr>
          <p:nvPr>
            <p:ph type="body" idx="3"/>
          </p:nvPr>
        </p:nvSpPr>
        <p:spPr>
          <a:xfrm>
            <a:off x="543560" y="1300480"/>
            <a:ext cx="3652520" cy="4907280"/>
          </a:xfrm>
          <a:prstGeom prst="rect">
            <a:avLst/>
          </a:prstGeom>
          <a:noFill/>
          <a:ln>
            <a:noFill/>
          </a:ln>
        </p:spPr>
        <p:txBody>
          <a:bodyPr spcFirstLastPara="1" wrap="square" lIns="0" tIns="0" rIns="91425" bIns="45700" anchor="t" anchorCtr="0">
            <a:normAutofit/>
          </a:bodyPr>
          <a:lstStyle>
            <a:lvl1pPr marL="457200" lvl="0" indent="-355600" algn="l">
              <a:lnSpc>
                <a:spcPct val="100000"/>
              </a:lnSpc>
              <a:spcBef>
                <a:spcPts val="1200"/>
              </a:spcBef>
              <a:spcAft>
                <a:spcPts val="0"/>
              </a:spcAft>
              <a:buClr>
                <a:srgbClr val="6C6463"/>
              </a:buClr>
              <a:buSzPts val="2000"/>
              <a:buChar char="•"/>
              <a:defRPr>
                <a:solidFill>
                  <a:srgbClr val="6C6463"/>
                </a:solidFill>
                <a:latin typeface="Gill Sans"/>
                <a:ea typeface="Gill Sans"/>
                <a:cs typeface="Gill Sans"/>
                <a:sym typeface="Gill Sans"/>
              </a:defRPr>
            </a:lvl1pPr>
            <a:lvl2pPr marL="914400" lvl="1" indent="-355600" algn="l">
              <a:lnSpc>
                <a:spcPct val="100000"/>
              </a:lnSpc>
              <a:spcBef>
                <a:spcPts val="600"/>
              </a:spcBef>
              <a:spcAft>
                <a:spcPts val="0"/>
              </a:spcAft>
              <a:buClr>
                <a:srgbClr val="6C6463"/>
              </a:buClr>
              <a:buSzPts val="2000"/>
              <a:buChar char="–"/>
              <a:defRPr>
                <a:solidFill>
                  <a:srgbClr val="6C6463"/>
                </a:solidFill>
                <a:latin typeface="Gill Sans"/>
                <a:ea typeface="Gill Sans"/>
                <a:cs typeface="Gill Sans"/>
                <a:sym typeface="Gill Sans"/>
              </a:defRPr>
            </a:lvl2pPr>
            <a:lvl3pPr marL="1371600" lvl="2" indent="-342900" algn="l">
              <a:lnSpc>
                <a:spcPct val="100000"/>
              </a:lnSpc>
              <a:spcBef>
                <a:spcPts val="400"/>
              </a:spcBef>
              <a:spcAft>
                <a:spcPts val="0"/>
              </a:spcAft>
              <a:buClr>
                <a:srgbClr val="6C6463"/>
              </a:buClr>
              <a:buSzPts val="1800"/>
              <a:buChar char="•"/>
              <a:defRPr>
                <a:solidFill>
                  <a:srgbClr val="6C6463"/>
                </a:solidFill>
                <a:latin typeface="Gill Sans"/>
                <a:ea typeface="Gill Sans"/>
                <a:cs typeface="Gill Sans"/>
                <a:sym typeface="Gill Sans"/>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4" name="Google Shape;84;p17"/>
          <p:cNvSpPr txBox="1">
            <a:spLocks noGrp="1"/>
          </p:cNvSpPr>
          <p:nvPr>
            <p:ph type="title"/>
          </p:nvPr>
        </p:nvSpPr>
        <p:spPr>
          <a:xfrm>
            <a:off x="543864" y="848420"/>
            <a:ext cx="3652520" cy="52318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Red/White Title Only">
  <p:cSld name="Red/White Title Only">
    <p:bg>
      <p:bgPr>
        <a:solidFill>
          <a:schemeClr val="lt1"/>
        </a:solidFill>
        <a:effectLst/>
      </p:bgPr>
    </p:bg>
    <p:spTree>
      <p:nvGrpSpPr>
        <p:cNvPr id="1" name="Shape 85"/>
        <p:cNvGrpSpPr/>
        <p:nvPr/>
      </p:nvGrpSpPr>
      <p:grpSpPr>
        <a:xfrm>
          <a:off x="0" y="0"/>
          <a:ext cx="0" cy="0"/>
          <a:chOff x="0" y="0"/>
          <a:chExt cx="0" cy="0"/>
        </a:xfrm>
      </p:grpSpPr>
      <p:sp>
        <p:nvSpPr>
          <p:cNvPr id="86" name="Google Shape;86;p18"/>
          <p:cNvSpPr>
            <a:spLocks noGrp="1"/>
          </p:cNvSpPr>
          <p:nvPr>
            <p:ph type="pic" idx="2"/>
          </p:nvPr>
        </p:nvSpPr>
        <p:spPr>
          <a:xfrm>
            <a:off x="152400" y="152400"/>
            <a:ext cx="4419600" cy="6553200"/>
          </a:xfrm>
          <a:prstGeom prst="rect">
            <a:avLst/>
          </a:prstGeom>
          <a:solidFill>
            <a:srgbClr val="E7E7E5"/>
          </a:solidFill>
          <a:ln>
            <a:noFill/>
          </a:ln>
        </p:spPr>
      </p:sp>
      <p:sp>
        <p:nvSpPr>
          <p:cNvPr id="87" name="Google Shape;87;p18"/>
          <p:cNvSpPr txBox="1">
            <a:spLocks noGrp="1"/>
          </p:cNvSpPr>
          <p:nvPr>
            <p:ph type="body" idx="1"/>
          </p:nvPr>
        </p:nvSpPr>
        <p:spPr>
          <a:xfrm rot="-5400000">
            <a:off x="3108067" y="1431666"/>
            <a:ext cx="2743200" cy="184666"/>
          </a:xfrm>
          <a:prstGeom prst="rect">
            <a:avLst/>
          </a:prstGeom>
          <a:noFill/>
          <a:ln>
            <a:noFill/>
          </a:ln>
        </p:spPr>
        <p:txBody>
          <a:bodyPr spcFirstLastPara="1" wrap="square" lIns="91425" tIns="45700" rIns="91425" bIns="45700" anchor="t" anchorCtr="0">
            <a:spAutoFit/>
          </a:bodyPr>
          <a:lstStyle>
            <a:lvl1pPr marL="457200" lvl="0" indent="-228600" algn="r">
              <a:lnSpc>
                <a:spcPct val="100000"/>
              </a:lnSpc>
              <a:spcBef>
                <a:spcPts val="0"/>
              </a:spcBef>
              <a:spcAft>
                <a:spcPts val="0"/>
              </a:spcAft>
              <a:buClr>
                <a:srgbClr val="FFFFFF"/>
              </a:buClr>
              <a:buSzPts val="600"/>
              <a:buNone/>
              <a:defRPr sz="600">
                <a:solidFill>
                  <a:srgbClr val="FFFFFF"/>
                </a:solidFill>
              </a:defRPr>
            </a:lvl1pPr>
            <a:lvl2pPr marL="914400" lvl="1" indent="-228600" algn="l">
              <a:lnSpc>
                <a:spcPct val="100000"/>
              </a:lnSpc>
              <a:spcBef>
                <a:spcPts val="1200"/>
              </a:spcBef>
              <a:spcAft>
                <a:spcPts val="0"/>
              </a:spcAft>
              <a:buClr>
                <a:schemeClr val="lt1"/>
              </a:buClr>
              <a:buSzPts val="1800"/>
              <a:buNone/>
              <a:defRPr sz="1800">
                <a:solidFill>
                  <a:schemeClr val="lt1"/>
                </a:solidFill>
              </a:defRPr>
            </a:lvl2pPr>
            <a:lvl3pPr marL="1371600" lvl="2" indent="-228600" algn="l">
              <a:lnSpc>
                <a:spcPct val="100000"/>
              </a:lnSpc>
              <a:spcBef>
                <a:spcPts val="1200"/>
              </a:spcBef>
              <a:spcAft>
                <a:spcPts val="0"/>
              </a:spcAft>
              <a:buClr>
                <a:schemeClr val="lt1"/>
              </a:buClr>
              <a:buSzPts val="1600"/>
              <a:buNone/>
              <a:defRPr sz="1600">
                <a:solidFill>
                  <a:schemeClr val="lt1"/>
                </a:solidFill>
              </a:defRPr>
            </a:lvl3pPr>
            <a:lvl4pPr marL="1828800" lvl="3" indent="-228600" algn="l">
              <a:lnSpc>
                <a:spcPct val="100000"/>
              </a:lnSpc>
              <a:spcBef>
                <a:spcPts val="280"/>
              </a:spcBef>
              <a:spcAft>
                <a:spcPts val="0"/>
              </a:spcAft>
              <a:buClr>
                <a:schemeClr val="lt1"/>
              </a:buClr>
              <a:buSzPts val="1400"/>
              <a:buNone/>
              <a:defRPr sz="1400">
                <a:solidFill>
                  <a:schemeClr val="lt1"/>
                </a:solidFill>
              </a:defRPr>
            </a:lvl4pPr>
            <a:lvl5pPr marL="2286000" lvl="4" indent="-228600" algn="l">
              <a:lnSpc>
                <a:spcPct val="100000"/>
              </a:lnSpc>
              <a:spcBef>
                <a:spcPts val="240"/>
              </a:spcBef>
              <a:spcAft>
                <a:spcPts val="0"/>
              </a:spcAft>
              <a:buClr>
                <a:schemeClr val="lt1"/>
              </a:buClr>
              <a:buSzPts val="1200"/>
              <a:buNone/>
              <a:defRPr sz="1200">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8" name="Google Shape;88;p18"/>
          <p:cNvSpPr txBox="1"/>
          <p:nvPr/>
        </p:nvSpPr>
        <p:spPr>
          <a:xfrm>
            <a:off x="4943144" y="3167410"/>
            <a:ext cx="3652520" cy="523180"/>
          </a:xfrm>
          <a:prstGeom prst="rect">
            <a:avLst/>
          </a:prstGeom>
          <a:noFill/>
          <a:ln>
            <a:noFill/>
          </a:ln>
        </p:spPr>
        <p:txBody>
          <a:bodyPr spcFirstLastPara="1" wrap="square" lIns="91425" tIns="45700" rIns="91425" bIns="45700" anchor="b" anchorCtr="0">
            <a:spAutoFit/>
          </a:bodyPr>
          <a:lstStyle/>
          <a:p>
            <a:pPr marL="0" marR="0" lvl="0" indent="0" algn="l" rtl="0">
              <a:lnSpc>
                <a:spcPct val="100000"/>
              </a:lnSpc>
              <a:spcBef>
                <a:spcPts val="0"/>
              </a:spcBef>
              <a:spcAft>
                <a:spcPts val="0"/>
              </a:spcAft>
              <a:buClr>
                <a:srgbClr val="BA0C2F"/>
              </a:buClr>
              <a:buSzPts val="2800"/>
              <a:buFont typeface="Gill Sans"/>
              <a:buNone/>
            </a:pPr>
            <a:r>
              <a:rPr lang="en-US" sz="2800" b="0" i="0" u="none" strike="noStrike" cap="none">
                <a:solidFill>
                  <a:srgbClr val="BA0C2F"/>
                </a:solidFill>
                <a:latin typeface="Gill Sans"/>
                <a:ea typeface="Gill Sans"/>
                <a:cs typeface="Gill Sans"/>
                <a:sym typeface="Gill Sans"/>
              </a:rPr>
              <a:t>CLICK TO ADD TITLE</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ver - Full Blue">
  <p:cSld name="Cover - Full Blue">
    <p:bg>
      <p:bgPr>
        <a:solidFill>
          <a:srgbClr val="002F6C"/>
        </a:solidFill>
        <a:effectLst/>
      </p:bgPr>
    </p:bg>
    <p:spTree>
      <p:nvGrpSpPr>
        <p:cNvPr id="1" name="Shape 89"/>
        <p:cNvGrpSpPr/>
        <p:nvPr/>
      </p:nvGrpSpPr>
      <p:grpSpPr>
        <a:xfrm>
          <a:off x="0" y="0"/>
          <a:ext cx="0" cy="0"/>
          <a:chOff x="0" y="0"/>
          <a:chExt cx="0" cy="0"/>
        </a:xfrm>
      </p:grpSpPr>
      <p:pic>
        <p:nvPicPr>
          <p:cNvPr id="90" name="Google Shape;90;p19"/>
          <p:cNvPicPr preferRelativeResize="0"/>
          <p:nvPr/>
        </p:nvPicPr>
        <p:blipFill rotWithShape="1">
          <a:blip r:embed="rId2">
            <a:alphaModFix/>
          </a:blip>
          <a:srcRect/>
          <a:stretch/>
        </p:blipFill>
        <p:spPr>
          <a:xfrm>
            <a:off x="691522" y="685800"/>
            <a:ext cx="1813366" cy="544010"/>
          </a:xfrm>
          <a:prstGeom prst="rect">
            <a:avLst/>
          </a:prstGeom>
          <a:noFill/>
          <a:ln>
            <a:noFill/>
          </a:ln>
        </p:spPr>
      </p:pic>
      <p:sp>
        <p:nvSpPr>
          <p:cNvPr id="91" name="Google Shape;91;p19"/>
          <p:cNvSpPr txBox="1">
            <a:spLocks noGrp="1"/>
          </p:cNvSpPr>
          <p:nvPr>
            <p:ph type="dt" idx="10"/>
          </p:nvPr>
        </p:nvSpPr>
        <p:spPr>
          <a:xfrm>
            <a:off x="152400" y="6520934"/>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FFFFFF"/>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2" name="Google Shape;92;p19"/>
          <p:cNvSpPr txBox="1">
            <a:spLocks noGrp="1"/>
          </p:cNvSpPr>
          <p:nvPr>
            <p:ph type="ftr" idx="11"/>
          </p:nvPr>
        </p:nvSpPr>
        <p:spPr>
          <a:xfrm>
            <a:off x="3124200" y="6520934"/>
            <a:ext cx="2895600" cy="184666"/>
          </a:xfrm>
          <a:prstGeom prst="rect">
            <a:avLst/>
          </a:prstGeom>
          <a:noFill/>
          <a:ln>
            <a:noFill/>
          </a:ln>
        </p:spPr>
        <p:txBody>
          <a:bodyPr spcFirstLastPara="1" wrap="square" lIns="91425" tIns="45700" rIns="91425" bIns="45700" anchor="ctr" anchorCtr="0">
            <a:spAutoFit/>
          </a:bodyPr>
          <a:lstStyle>
            <a:lvl1pPr marR="0" lvl="0" algn="ctr" rtl="0">
              <a:lnSpc>
                <a:spcPct val="100000"/>
              </a:lnSpc>
              <a:spcBef>
                <a:spcPts val="0"/>
              </a:spcBef>
              <a:spcAft>
                <a:spcPts val="0"/>
              </a:spcAft>
              <a:buClr>
                <a:srgbClr val="000000"/>
              </a:buClr>
              <a:buSzPts val="1400"/>
              <a:buFont typeface="Arial"/>
              <a:buNone/>
              <a:defRPr sz="600" b="0" i="0" u="none" strike="noStrike" cap="none">
                <a:solidFill>
                  <a:srgbClr val="FFFFFF"/>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3" name="Google Shape;93;p19"/>
          <p:cNvSpPr txBox="1">
            <a:spLocks noGrp="1"/>
          </p:cNvSpPr>
          <p:nvPr>
            <p:ph type="sldNum" idx="12"/>
          </p:nvPr>
        </p:nvSpPr>
        <p:spPr>
          <a:xfrm>
            <a:off x="6858000" y="6520934"/>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94" name="Google Shape;94;p19"/>
          <p:cNvSpPr txBox="1">
            <a:spLocks noGrp="1"/>
          </p:cNvSpPr>
          <p:nvPr>
            <p:ph type="ctrTitle"/>
          </p:nvPr>
        </p:nvSpPr>
        <p:spPr>
          <a:xfrm>
            <a:off x="685800" y="2133600"/>
            <a:ext cx="5486400" cy="1600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FFFFFF"/>
              </a:buClr>
              <a:buSzPts val="3200"/>
              <a:buFont typeface="Gill Sans"/>
              <a:buNone/>
              <a:defRPr sz="3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9"/>
          <p:cNvSpPr txBox="1">
            <a:spLocks noGrp="1"/>
          </p:cNvSpPr>
          <p:nvPr>
            <p:ph type="subTitle" idx="1"/>
          </p:nvPr>
        </p:nvSpPr>
        <p:spPr>
          <a:xfrm>
            <a:off x="685800" y="4114800"/>
            <a:ext cx="3429000" cy="16002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FFFFFF"/>
              </a:buClr>
              <a:buSzPts val="1800"/>
              <a:buNone/>
              <a:defRPr sz="1800">
                <a:solidFill>
                  <a:srgbClr val="FFFFFF"/>
                </a:solidFill>
              </a:defRPr>
            </a:lvl1pPr>
            <a:lvl2pPr lvl="1" algn="ctr">
              <a:lnSpc>
                <a:spcPct val="100000"/>
              </a:lnSpc>
              <a:spcBef>
                <a:spcPts val="1200"/>
              </a:spcBef>
              <a:spcAft>
                <a:spcPts val="0"/>
              </a:spcAft>
              <a:buClr>
                <a:srgbClr val="888888"/>
              </a:buClr>
              <a:buSzPts val="2000"/>
              <a:buNone/>
              <a:defRPr>
                <a:solidFill>
                  <a:srgbClr val="888888"/>
                </a:solidFill>
              </a:defRPr>
            </a:lvl2pPr>
            <a:lvl3pPr lvl="2" algn="ctr">
              <a:lnSpc>
                <a:spcPct val="100000"/>
              </a:lnSpc>
              <a:spcBef>
                <a:spcPts val="120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280"/>
              </a:spcBef>
              <a:spcAft>
                <a:spcPts val="0"/>
              </a:spcAft>
              <a:buClr>
                <a:srgbClr val="888888"/>
              </a:buClr>
              <a:buSzPts val="14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cxnSp>
        <p:nvCxnSpPr>
          <p:cNvPr id="96" name="Google Shape;96;p19"/>
          <p:cNvCxnSpPr/>
          <p:nvPr/>
        </p:nvCxnSpPr>
        <p:spPr>
          <a:xfrm>
            <a:off x="762000" y="3886200"/>
            <a:ext cx="320040" cy="0"/>
          </a:xfrm>
          <a:prstGeom prst="straightConnector1">
            <a:avLst/>
          </a:prstGeom>
          <a:noFill/>
          <a:ln w="19050" cap="flat" cmpd="sng">
            <a:solidFill>
              <a:schemeClr val="lt1"/>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ivider - Full Blue">
  <p:cSld name="Divider - Full Blue">
    <p:bg>
      <p:bgPr>
        <a:solidFill>
          <a:srgbClr val="002F6C"/>
        </a:solidFill>
        <a:effectLst/>
      </p:bgPr>
    </p:bg>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1143000" y="827782"/>
            <a:ext cx="5486400" cy="1077218"/>
          </a:xfrm>
          <a:prstGeom prst="rect">
            <a:avLst/>
          </a:prstGeom>
          <a:noFill/>
          <a:ln>
            <a:noFill/>
          </a:ln>
        </p:spPr>
        <p:txBody>
          <a:bodyPr spcFirstLastPara="1" wrap="square" lIns="91425" tIns="45700" rIns="91425" bIns="45700" anchor="t" anchorCtr="0">
            <a:spAutoFit/>
          </a:bodyPr>
          <a:lstStyle>
            <a:lvl1pPr lvl="0" algn="l">
              <a:lnSpc>
                <a:spcPct val="100000"/>
              </a:lnSpc>
              <a:spcBef>
                <a:spcPts val="0"/>
              </a:spcBef>
              <a:spcAft>
                <a:spcPts val="0"/>
              </a:spcAft>
              <a:buClr>
                <a:srgbClr val="FFFFFF"/>
              </a:buClr>
              <a:buSzPts val="3200"/>
              <a:buFont typeface="Gill Sans"/>
              <a:buNone/>
              <a:defRPr sz="3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0"/>
          <p:cNvSpPr txBox="1">
            <a:spLocks noGrp="1"/>
          </p:cNvSpPr>
          <p:nvPr>
            <p:ph type="dt" idx="10"/>
          </p:nvPr>
        </p:nvSpPr>
        <p:spPr>
          <a:xfrm>
            <a:off x="152400" y="6530079"/>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0" name="Google Shape;100;p20"/>
          <p:cNvSpPr txBox="1">
            <a:spLocks noGrp="1"/>
          </p:cNvSpPr>
          <p:nvPr>
            <p:ph type="ftr" idx="11"/>
          </p:nvPr>
        </p:nvSpPr>
        <p:spPr>
          <a:xfrm>
            <a:off x="3124200" y="6530079"/>
            <a:ext cx="2895600" cy="184666"/>
          </a:xfrm>
          <a:prstGeom prst="rect">
            <a:avLst/>
          </a:prstGeom>
          <a:noFill/>
          <a:ln>
            <a:noFill/>
          </a:ln>
        </p:spPr>
        <p:txBody>
          <a:bodyPr spcFirstLastPara="1" wrap="square" lIns="91425" tIns="45700" rIns="91425" bIns="45700" anchor="ctr"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1" name="Google Shape;101;p20"/>
          <p:cNvSpPr txBox="1">
            <a:spLocks noGrp="1"/>
          </p:cNvSpPr>
          <p:nvPr>
            <p:ph type="sldNum" idx="12"/>
          </p:nvPr>
        </p:nvSpPr>
        <p:spPr>
          <a:xfrm>
            <a:off x="6858000" y="6530079"/>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pic>
        <p:nvPicPr>
          <p:cNvPr id="102" name="Google Shape;102;p20"/>
          <p:cNvPicPr preferRelativeResize="0"/>
          <p:nvPr/>
        </p:nvPicPr>
        <p:blipFill rotWithShape="1">
          <a:blip r:embed="rId2">
            <a:alphaModFix/>
          </a:blip>
          <a:srcRect/>
          <a:stretch/>
        </p:blipFill>
        <p:spPr>
          <a:xfrm>
            <a:off x="692285" y="5943600"/>
            <a:ext cx="1524000" cy="457200"/>
          </a:xfrm>
          <a:prstGeom prst="rect">
            <a:avLst/>
          </a:prstGeom>
          <a:noFill/>
          <a:ln>
            <a:noFill/>
          </a:ln>
        </p:spPr>
      </p:pic>
      <p:cxnSp>
        <p:nvCxnSpPr>
          <p:cNvPr id="103" name="Google Shape;103;p20"/>
          <p:cNvCxnSpPr/>
          <p:nvPr/>
        </p:nvCxnSpPr>
        <p:spPr>
          <a:xfrm>
            <a:off x="746760" y="990600"/>
            <a:ext cx="320040" cy="0"/>
          </a:xfrm>
          <a:prstGeom prst="straightConnector1">
            <a:avLst/>
          </a:prstGeom>
          <a:noFill/>
          <a:ln w="19050" cap="flat" cmpd="sng">
            <a:solidFill>
              <a:srgbClr val="FFFFFF"/>
            </a:solidFill>
            <a:prstDash val="solid"/>
            <a:round/>
            <a:headEnd type="none" w="sm" len="sm"/>
            <a:tailEnd type="none" w="sm" len="sm"/>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ue/Gray 1 Content">
  <p:cSld name="Blue/Gray 1 Content">
    <p:bg>
      <p:bgPr>
        <a:solidFill>
          <a:srgbClr val="E7E7E5"/>
        </a:solidFill>
        <a:effectLst/>
      </p:bgPr>
    </p:bg>
    <p:spTree>
      <p:nvGrpSpPr>
        <p:cNvPr id="1" name="Shape 104"/>
        <p:cNvGrpSpPr/>
        <p:nvPr/>
      </p:nvGrpSpPr>
      <p:grpSpPr>
        <a:xfrm>
          <a:off x="0" y="0"/>
          <a:ext cx="0" cy="0"/>
          <a:chOff x="0" y="0"/>
          <a:chExt cx="0" cy="0"/>
        </a:xfrm>
      </p:grpSpPr>
      <p:sp>
        <p:nvSpPr>
          <p:cNvPr id="105" name="Google Shape;105;p21"/>
          <p:cNvSpPr txBox="1">
            <a:spLocks noGrp="1"/>
          </p:cNvSpPr>
          <p:nvPr>
            <p:ph type="body" idx="1"/>
          </p:nvPr>
        </p:nvSpPr>
        <p:spPr>
          <a:xfrm>
            <a:off x="685800" y="1548830"/>
            <a:ext cx="7772400" cy="4572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0"/>
              </a:spcBef>
              <a:spcAft>
                <a:spcPts val="0"/>
              </a:spcAft>
              <a:buClr>
                <a:srgbClr val="635C5B"/>
              </a:buClr>
              <a:buSzPts val="1800"/>
              <a:buChar char="•"/>
              <a:defRPr/>
            </a:lvl1pPr>
            <a:lvl2pPr marL="914400" lvl="1" indent="-342900" algn="l">
              <a:lnSpc>
                <a:spcPct val="100000"/>
              </a:lnSpc>
              <a:spcBef>
                <a:spcPts val="1200"/>
              </a:spcBef>
              <a:spcAft>
                <a:spcPts val="0"/>
              </a:spcAft>
              <a:buClr>
                <a:srgbClr val="635C5B"/>
              </a:buClr>
              <a:buSzPts val="1800"/>
              <a:buChar char="–"/>
              <a:defRPr/>
            </a:lvl2pPr>
            <a:lvl3pPr marL="1371600" lvl="2" indent="-342900" algn="l">
              <a:lnSpc>
                <a:spcPct val="100000"/>
              </a:lnSpc>
              <a:spcBef>
                <a:spcPts val="1200"/>
              </a:spcBef>
              <a:spcAft>
                <a:spcPts val="0"/>
              </a:spcAft>
              <a:buClr>
                <a:srgbClr val="6C6463"/>
              </a:buClr>
              <a:buSzPts val="1800"/>
              <a:buChar char="•"/>
              <a:defRPr/>
            </a:lvl3pPr>
            <a:lvl4pPr marL="1828800" lvl="3" indent="-342900" algn="l">
              <a:lnSpc>
                <a:spcPct val="100000"/>
              </a:lnSpc>
              <a:spcBef>
                <a:spcPts val="360"/>
              </a:spcBef>
              <a:spcAft>
                <a:spcPts val="0"/>
              </a:spcAft>
              <a:buClr>
                <a:srgbClr val="6C6463"/>
              </a:buClr>
              <a:buSzPts val="1800"/>
              <a:buChar char="–"/>
              <a:defRPr/>
            </a:lvl4pPr>
            <a:lvl5pPr marL="2286000" lvl="4" indent="-342900" algn="l">
              <a:lnSpc>
                <a:spcPct val="100000"/>
              </a:lnSpc>
              <a:spcBef>
                <a:spcPts val="360"/>
              </a:spcBef>
              <a:spcAft>
                <a:spcPts val="0"/>
              </a:spcAft>
              <a:buClr>
                <a:srgbClr val="6C6463"/>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6" name="Google Shape;106;p21"/>
          <p:cNvSpPr txBox="1">
            <a:spLocks noGrp="1"/>
          </p:cNvSpPr>
          <p:nvPr>
            <p:ph type="dt" idx="10"/>
          </p:nvPr>
        </p:nvSpPr>
        <p:spPr>
          <a:xfrm>
            <a:off x="152400" y="6520934"/>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6C6463"/>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7" name="Google Shape;107;p21"/>
          <p:cNvSpPr txBox="1">
            <a:spLocks noGrp="1"/>
          </p:cNvSpPr>
          <p:nvPr>
            <p:ph type="ftr" idx="11"/>
          </p:nvPr>
        </p:nvSpPr>
        <p:spPr>
          <a:xfrm>
            <a:off x="3124200" y="6520934"/>
            <a:ext cx="2895600" cy="184666"/>
          </a:xfrm>
          <a:prstGeom prst="rect">
            <a:avLst/>
          </a:prstGeom>
          <a:noFill/>
          <a:ln>
            <a:noFill/>
          </a:ln>
        </p:spPr>
        <p:txBody>
          <a:bodyPr spcFirstLastPara="1" wrap="square" lIns="91425" tIns="45700" rIns="91425" bIns="45700" anchor="ctr" anchorCtr="0">
            <a:spAutoFit/>
          </a:bodyPr>
          <a:lstStyle>
            <a:lvl1pPr marR="0" lvl="0" algn="ctr" rtl="0">
              <a:lnSpc>
                <a:spcPct val="100000"/>
              </a:lnSpc>
              <a:spcBef>
                <a:spcPts val="0"/>
              </a:spcBef>
              <a:spcAft>
                <a:spcPts val="0"/>
              </a:spcAft>
              <a:buClr>
                <a:srgbClr val="000000"/>
              </a:buClr>
              <a:buSzPts val="1400"/>
              <a:buFont typeface="Arial"/>
              <a:buNone/>
              <a:defRPr sz="600" b="0" i="0" u="none" strike="noStrike" cap="none">
                <a:solidFill>
                  <a:srgbClr val="6C6463"/>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8" name="Google Shape;108;p21"/>
          <p:cNvSpPr txBox="1">
            <a:spLocks noGrp="1"/>
          </p:cNvSpPr>
          <p:nvPr>
            <p:ph type="sldNum" idx="12"/>
          </p:nvPr>
        </p:nvSpPr>
        <p:spPr>
          <a:xfrm>
            <a:off x="6858000" y="6520934"/>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09" name="Google Shape;109;p21"/>
          <p:cNvSpPr txBox="1">
            <a:spLocks noGrp="1"/>
          </p:cNvSpPr>
          <p:nvPr>
            <p:ph type="title"/>
          </p:nvPr>
        </p:nvSpPr>
        <p:spPr>
          <a:xfrm>
            <a:off x="686104" y="457200"/>
            <a:ext cx="7772400" cy="91440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ue/Gray 2 Content">
  <p:cSld name="Blue/Gray 2 Content">
    <p:spTree>
      <p:nvGrpSpPr>
        <p:cNvPr id="1" name="Shape 110"/>
        <p:cNvGrpSpPr/>
        <p:nvPr/>
      </p:nvGrpSpPr>
      <p:grpSpPr>
        <a:xfrm>
          <a:off x="0" y="0"/>
          <a:ext cx="0" cy="0"/>
          <a:chOff x="0" y="0"/>
          <a:chExt cx="0" cy="0"/>
        </a:xfrm>
      </p:grpSpPr>
      <p:sp>
        <p:nvSpPr>
          <p:cNvPr id="111" name="Google Shape;111;p22"/>
          <p:cNvSpPr txBox="1">
            <a:spLocks noGrp="1"/>
          </p:cNvSpPr>
          <p:nvPr>
            <p:ph type="body" idx="1"/>
          </p:nvPr>
        </p:nvSpPr>
        <p:spPr>
          <a:xfrm>
            <a:off x="686104" y="1600200"/>
            <a:ext cx="3809696" cy="45720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sz="2000">
                <a:solidFill>
                  <a:srgbClr val="6C6463"/>
                </a:solidFill>
              </a:defRPr>
            </a:lvl1pPr>
            <a:lvl2pPr marL="914400" lvl="1" indent="-342900" algn="l">
              <a:lnSpc>
                <a:spcPct val="100000"/>
              </a:lnSpc>
              <a:spcBef>
                <a:spcPts val="1200"/>
              </a:spcBef>
              <a:spcAft>
                <a:spcPts val="0"/>
              </a:spcAft>
              <a:buClr>
                <a:srgbClr val="6C6463"/>
              </a:buClr>
              <a:buSzPts val="1800"/>
              <a:buChar char="–"/>
              <a:defRPr sz="1800">
                <a:solidFill>
                  <a:srgbClr val="6C6463"/>
                </a:solidFill>
              </a:defRPr>
            </a:lvl2pPr>
            <a:lvl3pPr marL="1371600" lvl="2" indent="-330200" algn="l">
              <a:lnSpc>
                <a:spcPct val="100000"/>
              </a:lnSpc>
              <a:spcBef>
                <a:spcPts val="1200"/>
              </a:spcBef>
              <a:spcAft>
                <a:spcPts val="0"/>
              </a:spcAft>
              <a:buClr>
                <a:srgbClr val="6C6463"/>
              </a:buClr>
              <a:buSzPts val="1600"/>
              <a:buChar char="•"/>
              <a:defRPr sz="1600">
                <a:solidFill>
                  <a:srgbClr val="6C6463"/>
                </a:solidFill>
              </a:defRPr>
            </a:lvl3pPr>
            <a:lvl4pPr marL="1828800" lvl="3" indent="-317500" algn="l">
              <a:lnSpc>
                <a:spcPct val="100000"/>
              </a:lnSpc>
              <a:spcBef>
                <a:spcPts val="280"/>
              </a:spcBef>
              <a:spcAft>
                <a:spcPts val="0"/>
              </a:spcAft>
              <a:buClr>
                <a:srgbClr val="6C6463"/>
              </a:buClr>
              <a:buSzPts val="1400"/>
              <a:buChar char="–"/>
              <a:defRPr sz="1400">
                <a:solidFill>
                  <a:srgbClr val="6C6463"/>
                </a:solidFill>
              </a:defRPr>
            </a:lvl4pPr>
            <a:lvl5pPr marL="2286000" lvl="4" indent="-330200" algn="l">
              <a:lnSpc>
                <a:spcPct val="100000"/>
              </a:lnSpc>
              <a:spcBef>
                <a:spcPts val="320"/>
              </a:spcBef>
              <a:spcAft>
                <a:spcPts val="0"/>
              </a:spcAft>
              <a:buClr>
                <a:srgbClr val="6C6463"/>
              </a:buClr>
              <a:buSzPts val="1600"/>
              <a:buChar char="»"/>
              <a:defRPr sz="1600">
                <a:solidFill>
                  <a:srgbClr val="6C6463"/>
                </a:solidFill>
              </a:defRPr>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12" name="Google Shape;112;p22"/>
          <p:cNvSpPr txBox="1">
            <a:spLocks noGrp="1"/>
          </p:cNvSpPr>
          <p:nvPr>
            <p:ph type="body" idx="2"/>
          </p:nvPr>
        </p:nvSpPr>
        <p:spPr>
          <a:xfrm>
            <a:off x="4648200" y="1600200"/>
            <a:ext cx="3810304" cy="45720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sz="2000">
                <a:solidFill>
                  <a:srgbClr val="6C6463"/>
                </a:solidFill>
              </a:defRPr>
            </a:lvl1pPr>
            <a:lvl2pPr marL="914400" lvl="1" indent="-342900" algn="l">
              <a:lnSpc>
                <a:spcPct val="100000"/>
              </a:lnSpc>
              <a:spcBef>
                <a:spcPts val="1200"/>
              </a:spcBef>
              <a:spcAft>
                <a:spcPts val="0"/>
              </a:spcAft>
              <a:buClr>
                <a:srgbClr val="6C6463"/>
              </a:buClr>
              <a:buSzPts val="1800"/>
              <a:buChar char="–"/>
              <a:defRPr sz="1800">
                <a:solidFill>
                  <a:srgbClr val="6C6463"/>
                </a:solidFill>
              </a:defRPr>
            </a:lvl2pPr>
            <a:lvl3pPr marL="1371600" lvl="2" indent="-330200" algn="l">
              <a:lnSpc>
                <a:spcPct val="100000"/>
              </a:lnSpc>
              <a:spcBef>
                <a:spcPts val="1200"/>
              </a:spcBef>
              <a:spcAft>
                <a:spcPts val="0"/>
              </a:spcAft>
              <a:buClr>
                <a:srgbClr val="6C6463"/>
              </a:buClr>
              <a:buSzPts val="1600"/>
              <a:buChar char="•"/>
              <a:defRPr sz="1600">
                <a:solidFill>
                  <a:srgbClr val="6C6463"/>
                </a:solidFill>
              </a:defRPr>
            </a:lvl3pPr>
            <a:lvl4pPr marL="1828800" lvl="3" indent="-317500" algn="l">
              <a:lnSpc>
                <a:spcPct val="100000"/>
              </a:lnSpc>
              <a:spcBef>
                <a:spcPts val="280"/>
              </a:spcBef>
              <a:spcAft>
                <a:spcPts val="0"/>
              </a:spcAft>
              <a:buClr>
                <a:srgbClr val="6C6463"/>
              </a:buClr>
              <a:buSzPts val="1400"/>
              <a:buChar char="–"/>
              <a:defRPr sz="1400">
                <a:solidFill>
                  <a:srgbClr val="6C6463"/>
                </a:solidFill>
              </a:defRPr>
            </a:lvl4pPr>
            <a:lvl5pPr marL="2286000" lvl="4" indent="-330200" algn="l">
              <a:lnSpc>
                <a:spcPct val="100000"/>
              </a:lnSpc>
              <a:spcBef>
                <a:spcPts val="320"/>
              </a:spcBef>
              <a:spcAft>
                <a:spcPts val="0"/>
              </a:spcAft>
              <a:buClr>
                <a:srgbClr val="6C6463"/>
              </a:buClr>
              <a:buSzPts val="1600"/>
              <a:buChar char="»"/>
              <a:defRPr sz="1600">
                <a:solidFill>
                  <a:srgbClr val="6C6463"/>
                </a:solidFill>
              </a:defRPr>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13" name="Google Shape;113;p22"/>
          <p:cNvSpPr txBox="1">
            <a:spLocks noGrp="1"/>
          </p:cNvSpPr>
          <p:nvPr>
            <p:ph type="dt" idx="10"/>
          </p:nvPr>
        </p:nvSpPr>
        <p:spPr>
          <a:xfrm>
            <a:off x="152400" y="6530079"/>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6C6463"/>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4" name="Google Shape;114;p22"/>
          <p:cNvSpPr txBox="1">
            <a:spLocks noGrp="1"/>
          </p:cNvSpPr>
          <p:nvPr>
            <p:ph type="ftr" idx="11"/>
          </p:nvPr>
        </p:nvSpPr>
        <p:spPr>
          <a:xfrm>
            <a:off x="3124200" y="6530079"/>
            <a:ext cx="2895600" cy="184666"/>
          </a:xfrm>
          <a:prstGeom prst="rect">
            <a:avLst/>
          </a:prstGeom>
          <a:noFill/>
          <a:ln>
            <a:noFill/>
          </a:ln>
        </p:spPr>
        <p:txBody>
          <a:bodyPr spcFirstLastPara="1" wrap="square" lIns="91425" tIns="45700" rIns="91425" bIns="45700" anchor="ctr"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6C6463"/>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5" name="Google Shape;115;p22"/>
          <p:cNvSpPr txBox="1">
            <a:spLocks noGrp="1"/>
          </p:cNvSpPr>
          <p:nvPr>
            <p:ph type="sldNum" idx="12"/>
          </p:nvPr>
        </p:nvSpPr>
        <p:spPr>
          <a:xfrm>
            <a:off x="6858000" y="6530079"/>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16" name="Google Shape;116;p22"/>
          <p:cNvSpPr txBox="1">
            <a:spLocks noGrp="1"/>
          </p:cNvSpPr>
          <p:nvPr>
            <p:ph type="title"/>
          </p:nvPr>
        </p:nvSpPr>
        <p:spPr>
          <a:xfrm>
            <a:off x="686104" y="457200"/>
            <a:ext cx="7772400" cy="91440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ue/Gray 3 Content">
  <p:cSld name="Blue/Gray 3 Content">
    <p:bg>
      <p:bgPr>
        <a:solidFill>
          <a:srgbClr val="E7E7E5"/>
        </a:solidFill>
        <a:effectLst/>
      </p:bgPr>
    </p:bg>
    <p:spTree>
      <p:nvGrpSpPr>
        <p:cNvPr id="1" name="Shape 117"/>
        <p:cNvGrpSpPr/>
        <p:nvPr/>
      </p:nvGrpSpPr>
      <p:grpSpPr>
        <a:xfrm>
          <a:off x="0" y="0"/>
          <a:ext cx="0" cy="0"/>
          <a:chOff x="0" y="0"/>
          <a:chExt cx="0" cy="0"/>
        </a:xfrm>
      </p:grpSpPr>
      <p:sp>
        <p:nvSpPr>
          <p:cNvPr id="118" name="Google Shape;118;p23"/>
          <p:cNvSpPr txBox="1">
            <a:spLocks noGrp="1"/>
          </p:cNvSpPr>
          <p:nvPr>
            <p:ph type="body" idx="1"/>
          </p:nvPr>
        </p:nvSpPr>
        <p:spPr>
          <a:xfrm>
            <a:off x="686104" y="1600200"/>
            <a:ext cx="2514296" cy="45720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sz="2000">
                <a:solidFill>
                  <a:srgbClr val="6C6463"/>
                </a:solidFill>
              </a:defRPr>
            </a:lvl1pPr>
            <a:lvl2pPr marL="914400" lvl="1" indent="-342900" algn="l">
              <a:lnSpc>
                <a:spcPct val="100000"/>
              </a:lnSpc>
              <a:spcBef>
                <a:spcPts val="1200"/>
              </a:spcBef>
              <a:spcAft>
                <a:spcPts val="0"/>
              </a:spcAft>
              <a:buClr>
                <a:srgbClr val="6C6463"/>
              </a:buClr>
              <a:buSzPts val="1800"/>
              <a:buChar char="–"/>
              <a:defRPr sz="1800">
                <a:solidFill>
                  <a:srgbClr val="6C6463"/>
                </a:solidFill>
              </a:defRPr>
            </a:lvl2pPr>
            <a:lvl3pPr marL="1371600" lvl="2" indent="-330200" algn="l">
              <a:lnSpc>
                <a:spcPct val="100000"/>
              </a:lnSpc>
              <a:spcBef>
                <a:spcPts val="1200"/>
              </a:spcBef>
              <a:spcAft>
                <a:spcPts val="0"/>
              </a:spcAft>
              <a:buClr>
                <a:srgbClr val="6C6463"/>
              </a:buClr>
              <a:buSzPts val="1600"/>
              <a:buChar char="•"/>
              <a:defRPr sz="1600">
                <a:solidFill>
                  <a:srgbClr val="6C6463"/>
                </a:solidFill>
              </a:defRPr>
            </a:lvl3pPr>
            <a:lvl4pPr marL="1828800" lvl="3" indent="-317500" algn="l">
              <a:lnSpc>
                <a:spcPct val="100000"/>
              </a:lnSpc>
              <a:spcBef>
                <a:spcPts val="280"/>
              </a:spcBef>
              <a:spcAft>
                <a:spcPts val="0"/>
              </a:spcAft>
              <a:buClr>
                <a:srgbClr val="6C6463"/>
              </a:buClr>
              <a:buSzPts val="1400"/>
              <a:buChar char="–"/>
              <a:defRPr sz="1400">
                <a:solidFill>
                  <a:srgbClr val="6C6463"/>
                </a:solidFill>
              </a:defRPr>
            </a:lvl4pPr>
            <a:lvl5pPr marL="2286000" lvl="4" indent="-330200" algn="l">
              <a:lnSpc>
                <a:spcPct val="100000"/>
              </a:lnSpc>
              <a:spcBef>
                <a:spcPts val="320"/>
              </a:spcBef>
              <a:spcAft>
                <a:spcPts val="0"/>
              </a:spcAft>
              <a:buClr>
                <a:srgbClr val="FFFFFF"/>
              </a:buClr>
              <a:buSzPts val="1600"/>
              <a:buChar char="»"/>
              <a:defRPr sz="1600">
                <a:solidFill>
                  <a:srgbClr val="FFFFFF"/>
                </a:solidFill>
              </a:defRPr>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19" name="Google Shape;119;p23"/>
          <p:cNvSpPr txBox="1">
            <a:spLocks noGrp="1"/>
          </p:cNvSpPr>
          <p:nvPr>
            <p:ph type="body" idx="2"/>
          </p:nvPr>
        </p:nvSpPr>
        <p:spPr>
          <a:xfrm>
            <a:off x="5943600" y="1600200"/>
            <a:ext cx="2514904" cy="45720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sz="2000">
                <a:solidFill>
                  <a:srgbClr val="6C6463"/>
                </a:solidFill>
              </a:defRPr>
            </a:lvl1pPr>
            <a:lvl2pPr marL="914400" lvl="1" indent="-342900" algn="l">
              <a:lnSpc>
                <a:spcPct val="100000"/>
              </a:lnSpc>
              <a:spcBef>
                <a:spcPts val="1200"/>
              </a:spcBef>
              <a:spcAft>
                <a:spcPts val="0"/>
              </a:spcAft>
              <a:buClr>
                <a:srgbClr val="6C6463"/>
              </a:buClr>
              <a:buSzPts val="1800"/>
              <a:buChar char="–"/>
              <a:defRPr sz="1800">
                <a:solidFill>
                  <a:srgbClr val="6C6463"/>
                </a:solidFill>
              </a:defRPr>
            </a:lvl2pPr>
            <a:lvl3pPr marL="1371600" lvl="2" indent="-330200" algn="l">
              <a:lnSpc>
                <a:spcPct val="100000"/>
              </a:lnSpc>
              <a:spcBef>
                <a:spcPts val="1200"/>
              </a:spcBef>
              <a:spcAft>
                <a:spcPts val="0"/>
              </a:spcAft>
              <a:buClr>
                <a:srgbClr val="6C6463"/>
              </a:buClr>
              <a:buSzPts val="1600"/>
              <a:buChar char="•"/>
              <a:defRPr sz="1600">
                <a:solidFill>
                  <a:srgbClr val="6C6463"/>
                </a:solidFill>
              </a:defRPr>
            </a:lvl3pPr>
            <a:lvl4pPr marL="1828800" lvl="3" indent="-317500" algn="l">
              <a:lnSpc>
                <a:spcPct val="100000"/>
              </a:lnSpc>
              <a:spcBef>
                <a:spcPts val="280"/>
              </a:spcBef>
              <a:spcAft>
                <a:spcPts val="0"/>
              </a:spcAft>
              <a:buClr>
                <a:srgbClr val="6C6463"/>
              </a:buClr>
              <a:buSzPts val="1400"/>
              <a:buChar char="–"/>
              <a:defRPr sz="1400">
                <a:solidFill>
                  <a:srgbClr val="6C6463"/>
                </a:solidFill>
              </a:defRPr>
            </a:lvl4pPr>
            <a:lvl5pPr marL="2286000" lvl="4" indent="-330200" algn="l">
              <a:lnSpc>
                <a:spcPct val="100000"/>
              </a:lnSpc>
              <a:spcBef>
                <a:spcPts val="320"/>
              </a:spcBef>
              <a:spcAft>
                <a:spcPts val="0"/>
              </a:spcAft>
              <a:buClr>
                <a:srgbClr val="FFFFFF"/>
              </a:buClr>
              <a:buSzPts val="1600"/>
              <a:buChar char="»"/>
              <a:defRPr sz="1600">
                <a:solidFill>
                  <a:srgbClr val="FFFFFF"/>
                </a:solidFill>
              </a:defRPr>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20" name="Google Shape;120;p23"/>
          <p:cNvSpPr txBox="1">
            <a:spLocks noGrp="1"/>
          </p:cNvSpPr>
          <p:nvPr>
            <p:ph type="dt" idx="10"/>
          </p:nvPr>
        </p:nvSpPr>
        <p:spPr>
          <a:xfrm>
            <a:off x="152400" y="6530079"/>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6C6463"/>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1" name="Google Shape;121;p23"/>
          <p:cNvSpPr txBox="1">
            <a:spLocks noGrp="1"/>
          </p:cNvSpPr>
          <p:nvPr>
            <p:ph type="ftr" idx="11"/>
          </p:nvPr>
        </p:nvSpPr>
        <p:spPr>
          <a:xfrm>
            <a:off x="3124200" y="6530079"/>
            <a:ext cx="2895600" cy="184666"/>
          </a:xfrm>
          <a:prstGeom prst="rect">
            <a:avLst/>
          </a:prstGeom>
          <a:noFill/>
          <a:ln>
            <a:noFill/>
          </a:ln>
        </p:spPr>
        <p:txBody>
          <a:bodyPr spcFirstLastPara="1" wrap="square" lIns="91425" tIns="45700" rIns="91425" bIns="45700" anchor="ctr"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6C6463"/>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2" name="Google Shape;122;p23"/>
          <p:cNvSpPr txBox="1">
            <a:spLocks noGrp="1"/>
          </p:cNvSpPr>
          <p:nvPr>
            <p:ph type="sldNum" idx="12"/>
          </p:nvPr>
        </p:nvSpPr>
        <p:spPr>
          <a:xfrm>
            <a:off x="6858000" y="6530079"/>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23" name="Google Shape;123;p23"/>
          <p:cNvSpPr txBox="1">
            <a:spLocks noGrp="1"/>
          </p:cNvSpPr>
          <p:nvPr>
            <p:ph type="title"/>
          </p:nvPr>
        </p:nvSpPr>
        <p:spPr>
          <a:xfrm>
            <a:off x="686104" y="457200"/>
            <a:ext cx="7772400" cy="91440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23"/>
          <p:cNvSpPr txBox="1">
            <a:spLocks noGrp="1"/>
          </p:cNvSpPr>
          <p:nvPr>
            <p:ph type="body" idx="3"/>
          </p:nvPr>
        </p:nvSpPr>
        <p:spPr>
          <a:xfrm>
            <a:off x="3314548" y="1600200"/>
            <a:ext cx="2514904" cy="45720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sz="2000">
                <a:solidFill>
                  <a:srgbClr val="6C6463"/>
                </a:solidFill>
              </a:defRPr>
            </a:lvl1pPr>
            <a:lvl2pPr marL="914400" lvl="1" indent="-342900" algn="l">
              <a:lnSpc>
                <a:spcPct val="100000"/>
              </a:lnSpc>
              <a:spcBef>
                <a:spcPts val="1200"/>
              </a:spcBef>
              <a:spcAft>
                <a:spcPts val="0"/>
              </a:spcAft>
              <a:buClr>
                <a:srgbClr val="6C6463"/>
              </a:buClr>
              <a:buSzPts val="1800"/>
              <a:buChar char="–"/>
              <a:defRPr sz="1800">
                <a:solidFill>
                  <a:srgbClr val="6C6463"/>
                </a:solidFill>
              </a:defRPr>
            </a:lvl2pPr>
            <a:lvl3pPr marL="1371600" lvl="2" indent="-330200" algn="l">
              <a:lnSpc>
                <a:spcPct val="100000"/>
              </a:lnSpc>
              <a:spcBef>
                <a:spcPts val="1200"/>
              </a:spcBef>
              <a:spcAft>
                <a:spcPts val="0"/>
              </a:spcAft>
              <a:buClr>
                <a:srgbClr val="6C6463"/>
              </a:buClr>
              <a:buSzPts val="1600"/>
              <a:buChar char="•"/>
              <a:defRPr sz="1600">
                <a:solidFill>
                  <a:srgbClr val="6C6463"/>
                </a:solidFill>
              </a:defRPr>
            </a:lvl3pPr>
            <a:lvl4pPr marL="1828800" lvl="3" indent="-317500" algn="l">
              <a:lnSpc>
                <a:spcPct val="100000"/>
              </a:lnSpc>
              <a:spcBef>
                <a:spcPts val="280"/>
              </a:spcBef>
              <a:spcAft>
                <a:spcPts val="0"/>
              </a:spcAft>
              <a:buClr>
                <a:srgbClr val="6C6463"/>
              </a:buClr>
              <a:buSzPts val="1400"/>
              <a:buChar char="–"/>
              <a:defRPr sz="1400">
                <a:solidFill>
                  <a:srgbClr val="6C6463"/>
                </a:solidFill>
              </a:defRPr>
            </a:lvl4pPr>
            <a:lvl5pPr marL="2286000" lvl="4" indent="-330200" algn="l">
              <a:lnSpc>
                <a:spcPct val="100000"/>
              </a:lnSpc>
              <a:spcBef>
                <a:spcPts val="320"/>
              </a:spcBef>
              <a:spcAft>
                <a:spcPts val="0"/>
              </a:spcAft>
              <a:buClr>
                <a:srgbClr val="FFFFFF"/>
              </a:buClr>
              <a:buSzPts val="1600"/>
              <a:buChar char="»"/>
              <a:defRPr sz="1600">
                <a:solidFill>
                  <a:srgbClr val="FFFFFF"/>
                </a:solidFill>
              </a:defRPr>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ue/Gray 1 Content + Bottom Photo">
  <p:cSld name="Blue/Gray 1 Content + Bottom Photo">
    <p:bg>
      <p:bgPr>
        <a:solidFill>
          <a:srgbClr val="E7E7E5"/>
        </a:solidFill>
        <a:effectLst/>
      </p:bgPr>
    </p:bg>
    <p:spTree>
      <p:nvGrpSpPr>
        <p:cNvPr id="1" name="Shape 125"/>
        <p:cNvGrpSpPr/>
        <p:nvPr/>
      </p:nvGrpSpPr>
      <p:grpSpPr>
        <a:xfrm>
          <a:off x="0" y="0"/>
          <a:ext cx="0" cy="0"/>
          <a:chOff x="0" y="0"/>
          <a:chExt cx="0" cy="0"/>
        </a:xfrm>
      </p:grpSpPr>
      <p:sp>
        <p:nvSpPr>
          <p:cNvPr id="126" name="Google Shape;126;p24"/>
          <p:cNvSpPr>
            <a:spLocks noGrp="1"/>
          </p:cNvSpPr>
          <p:nvPr>
            <p:ph type="pic" idx="2"/>
          </p:nvPr>
        </p:nvSpPr>
        <p:spPr>
          <a:xfrm>
            <a:off x="152400" y="3429000"/>
            <a:ext cx="8839200" cy="3276600"/>
          </a:xfrm>
          <a:prstGeom prst="rect">
            <a:avLst/>
          </a:prstGeom>
          <a:solidFill>
            <a:schemeClr val="lt1"/>
          </a:solidFill>
          <a:ln>
            <a:noFill/>
          </a:ln>
        </p:spPr>
      </p:sp>
      <p:sp>
        <p:nvSpPr>
          <p:cNvPr id="127" name="Google Shape;127;p24"/>
          <p:cNvSpPr txBox="1">
            <a:spLocks noGrp="1"/>
          </p:cNvSpPr>
          <p:nvPr>
            <p:ph type="body" idx="1"/>
          </p:nvPr>
        </p:nvSpPr>
        <p:spPr>
          <a:xfrm rot="-5400000">
            <a:off x="7527667" y="4708266"/>
            <a:ext cx="2743200" cy="184666"/>
          </a:xfrm>
          <a:prstGeom prst="rect">
            <a:avLst/>
          </a:prstGeom>
          <a:noFill/>
          <a:ln>
            <a:noFill/>
          </a:ln>
        </p:spPr>
        <p:txBody>
          <a:bodyPr spcFirstLastPara="1" wrap="square" lIns="91425" tIns="45700" rIns="91425" bIns="45700" anchor="t" anchorCtr="0">
            <a:spAutoFit/>
          </a:bodyPr>
          <a:lstStyle>
            <a:lvl1pPr marL="457200" lvl="0" indent="-228600" algn="r">
              <a:lnSpc>
                <a:spcPct val="100000"/>
              </a:lnSpc>
              <a:spcBef>
                <a:spcPts val="0"/>
              </a:spcBef>
              <a:spcAft>
                <a:spcPts val="0"/>
              </a:spcAft>
              <a:buClr>
                <a:srgbClr val="FFFFFF"/>
              </a:buClr>
              <a:buSzPts val="600"/>
              <a:buNone/>
              <a:defRPr sz="600">
                <a:solidFill>
                  <a:srgbClr val="FFFFFF"/>
                </a:solidFill>
              </a:defRPr>
            </a:lvl1pPr>
            <a:lvl2pPr marL="914400" lvl="1" indent="-228600" algn="l">
              <a:lnSpc>
                <a:spcPct val="100000"/>
              </a:lnSpc>
              <a:spcBef>
                <a:spcPts val="1200"/>
              </a:spcBef>
              <a:spcAft>
                <a:spcPts val="0"/>
              </a:spcAft>
              <a:buClr>
                <a:schemeClr val="lt1"/>
              </a:buClr>
              <a:buSzPts val="1800"/>
              <a:buNone/>
              <a:defRPr sz="1800">
                <a:solidFill>
                  <a:schemeClr val="lt1"/>
                </a:solidFill>
              </a:defRPr>
            </a:lvl2pPr>
            <a:lvl3pPr marL="1371600" lvl="2" indent="-228600" algn="l">
              <a:lnSpc>
                <a:spcPct val="100000"/>
              </a:lnSpc>
              <a:spcBef>
                <a:spcPts val="1200"/>
              </a:spcBef>
              <a:spcAft>
                <a:spcPts val="0"/>
              </a:spcAft>
              <a:buClr>
                <a:schemeClr val="lt1"/>
              </a:buClr>
              <a:buSzPts val="1600"/>
              <a:buNone/>
              <a:defRPr sz="1600">
                <a:solidFill>
                  <a:schemeClr val="lt1"/>
                </a:solidFill>
              </a:defRPr>
            </a:lvl3pPr>
            <a:lvl4pPr marL="1828800" lvl="3" indent="-228600" algn="l">
              <a:lnSpc>
                <a:spcPct val="100000"/>
              </a:lnSpc>
              <a:spcBef>
                <a:spcPts val="280"/>
              </a:spcBef>
              <a:spcAft>
                <a:spcPts val="0"/>
              </a:spcAft>
              <a:buClr>
                <a:schemeClr val="lt1"/>
              </a:buClr>
              <a:buSzPts val="1400"/>
              <a:buNone/>
              <a:defRPr sz="1400">
                <a:solidFill>
                  <a:schemeClr val="lt1"/>
                </a:solidFill>
              </a:defRPr>
            </a:lvl4pPr>
            <a:lvl5pPr marL="2286000" lvl="4" indent="-228600" algn="l">
              <a:lnSpc>
                <a:spcPct val="100000"/>
              </a:lnSpc>
              <a:spcBef>
                <a:spcPts val="240"/>
              </a:spcBef>
              <a:spcAft>
                <a:spcPts val="0"/>
              </a:spcAft>
              <a:buClr>
                <a:schemeClr val="lt1"/>
              </a:buClr>
              <a:buSzPts val="1200"/>
              <a:buNone/>
              <a:defRPr sz="1200">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28" name="Google Shape;128;p24"/>
          <p:cNvSpPr txBox="1">
            <a:spLocks noGrp="1"/>
          </p:cNvSpPr>
          <p:nvPr>
            <p:ph type="body" idx="3"/>
          </p:nvPr>
        </p:nvSpPr>
        <p:spPr>
          <a:xfrm>
            <a:off x="685800" y="1600200"/>
            <a:ext cx="7772400" cy="16002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a:solidFill>
                  <a:srgbClr val="6C6463"/>
                </a:solidFill>
              </a:defRPr>
            </a:lvl1pPr>
            <a:lvl2pPr marL="914400" lvl="1" indent="-355600" algn="l">
              <a:lnSpc>
                <a:spcPct val="100000"/>
              </a:lnSpc>
              <a:spcBef>
                <a:spcPts val="1200"/>
              </a:spcBef>
              <a:spcAft>
                <a:spcPts val="0"/>
              </a:spcAft>
              <a:buClr>
                <a:srgbClr val="6C6463"/>
              </a:buClr>
              <a:buSzPts val="2000"/>
              <a:buChar char="–"/>
              <a:defRPr>
                <a:solidFill>
                  <a:srgbClr val="6C6463"/>
                </a:solidFill>
              </a:defRPr>
            </a:lvl2pPr>
            <a:lvl3pPr marL="1371600" lvl="2" indent="-342900" algn="l">
              <a:lnSpc>
                <a:spcPct val="100000"/>
              </a:lnSpc>
              <a:spcBef>
                <a:spcPts val="1200"/>
              </a:spcBef>
              <a:spcAft>
                <a:spcPts val="0"/>
              </a:spcAft>
              <a:buClr>
                <a:srgbClr val="6C6463"/>
              </a:buClr>
              <a:buSzPts val="1800"/>
              <a:buChar char="•"/>
              <a:defRPr>
                <a:solidFill>
                  <a:srgbClr val="6C6463"/>
                </a:solidFill>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29" name="Google Shape;129;p24"/>
          <p:cNvSpPr txBox="1">
            <a:spLocks noGrp="1"/>
          </p:cNvSpPr>
          <p:nvPr>
            <p:ph type="dt" idx="10"/>
          </p:nvPr>
        </p:nvSpPr>
        <p:spPr>
          <a:xfrm>
            <a:off x="152400" y="6520934"/>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FFFFFF"/>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0" name="Google Shape;130;p24"/>
          <p:cNvSpPr txBox="1">
            <a:spLocks noGrp="1"/>
          </p:cNvSpPr>
          <p:nvPr>
            <p:ph type="ftr" idx="11"/>
          </p:nvPr>
        </p:nvSpPr>
        <p:spPr>
          <a:xfrm>
            <a:off x="3124200" y="6520934"/>
            <a:ext cx="2895600" cy="184666"/>
          </a:xfrm>
          <a:prstGeom prst="rect">
            <a:avLst/>
          </a:prstGeom>
          <a:noFill/>
          <a:ln>
            <a:noFill/>
          </a:ln>
        </p:spPr>
        <p:txBody>
          <a:bodyPr spcFirstLastPara="1" wrap="square" lIns="91425" tIns="45700" rIns="91425" bIns="45700" anchor="ctr" anchorCtr="0">
            <a:spAutoFit/>
          </a:bodyPr>
          <a:lstStyle>
            <a:lvl1pPr marR="0" lvl="0" algn="ctr" rtl="0">
              <a:lnSpc>
                <a:spcPct val="100000"/>
              </a:lnSpc>
              <a:spcBef>
                <a:spcPts val="0"/>
              </a:spcBef>
              <a:spcAft>
                <a:spcPts val="0"/>
              </a:spcAft>
              <a:buClr>
                <a:srgbClr val="000000"/>
              </a:buClr>
              <a:buSzPts val="1400"/>
              <a:buFont typeface="Arial"/>
              <a:buNone/>
              <a:defRPr sz="600" b="0" i="0" u="none" strike="noStrike" cap="none">
                <a:solidFill>
                  <a:srgbClr val="FFFFFF"/>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1" name="Google Shape;131;p24"/>
          <p:cNvSpPr txBox="1">
            <a:spLocks noGrp="1"/>
          </p:cNvSpPr>
          <p:nvPr>
            <p:ph type="sldNum" idx="12"/>
          </p:nvPr>
        </p:nvSpPr>
        <p:spPr>
          <a:xfrm>
            <a:off x="6858000" y="6520934"/>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32" name="Google Shape;132;p24"/>
          <p:cNvSpPr txBox="1">
            <a:spLocks noGrp="1"/>
          </p:cNvSpPr>
          <p:nvPr>
            <p:ph type="title"/>
          </p:nvPr>
        </p:nvSpPr>
        <p:spPr>
          <a:xfrm>
            <a:off x="686104" y="457200"/>
            <a:ext cx="7772400" cy="91440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ue/Gray 1 Content + Right Photo">
  <p:cSld name="Blue/Gray 1 Content + Right Photo">
    <p:bg>
      <p:bgPr>
        <a:solidFill>
          <a:srgbClr val="E7E7E5"/>
        </a:solidFill>
        <a:effectLst/>
      </p:bgPr>
    </p:bg>
    <p:spTree>
      <p:nvGrpSpPr>
        <p:cNvPr id="1" name="Shape 133"/>
        <p:cNvGrpSpPr/>
        <p:nvPr/>
      </p:nvGrpSpPr>
      <p:grpSpPr>
        <a:xfrm>
          <a:off x="0" y="0"/>
          <a:ext cx="0" cy="0"/>
          <a:chOff x="0" y="0"/>
          <a:chExt cx="0" cy="0"/>
        </a:xfrm>
      </p:grpSpPr>
      <p:sp>
        <p:nvSpPr>
          <p:cNvPr id="134" name="Google Shape;134;p25"/>
          <p:cNvSpPr>
            <a:spLocks noGrp="1"/>
          </p:cNvSpPr>
          <p:nvPr>
            <p:ph type="pic" idx="2"/>
          </p:nvPr>
        </p:nvSpPr>
        <p:spPr>
          <a:xfrm>
            <a:off x="4572000" y="152400"/>
            <a:ext cx="4419600" cy="6553200"/>
          </a:xfrm>
          <a:prstGeom prst="rect">
            <a:avLst/>
          </a:prstGeom>
          <a:solidFill>
            <a:srgbClr val="FFFFFF"/>
          </a:solidFill>
          <a:ln>
            <a:noFill/>
          </a:ln>
        </p:spPr>
      </p:sp>
      <p:sp>
        <p:nvSpPr>
          <p:cNvPr id="135" name="Google Shape;135;p25"/>
          <p:cNvSpPr txBox="1">
            <a:spLocks noGrp="1"/>
          </p:cNvSpPr>
          <p:nvPr>
            <p:ph type="dt" idx="10"/>
          </p:nvPr>
        </p:nvSpPr>
        <p:spPr>
          <a:xfrm>
            <a:off x="152400" y="6520934"/>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6C6463"/>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6" name="Google Shape;136;p25"/>
          <p:cNvSpPr txBox="1">
            <a:spLocks noGrp="1"/>
          </p:cNvSpPr>
          <p:nvPr>
            <p:ph type="sldNum" idx="12"/>
          </p:nvPr>
        </p:nvSpPr>
        <p:spPr>
          <a:xfrm>
            <a:off x="6858000" y="6520934"/>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37" name="Google Shape;137;p25"/>
          <p:cNvSpPr txBox="1">
            <a:spLocks noGrp="1"/>
          </p:cNvSpPr>
          <p:nvPr>
            <p:ph type="body" idx="1"/>
          </p:nvPr>
        </p:nvSpPr>
        <p:spPr>
          <a:xfrm>
            <a:off x="685800" y="2057400"/>
            <a:ext cx="3657600" cy="41148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sz="2000">
                <a:solidFill>
                  <a:srgbClr val="6C6463"/>
                </a:solidFill>
              </a:defRPr>
            </a:lvl1pPr>
            <a:lvl2pPr marL="914400" lvl="1" indent="-342900" algn="l">
              <a:lnSpc>
                <a:spcPct val="100000"/>
              </a:lnSpc>
              <a:spcBef>
                <a:spcPts val="1200"/>
              </a:spcBef>
              <a:spcAft>
                <a:spcPts val="0"/>
              </a:spcAft>
              <a:buClr>
                <a:srgbClr val="6C6463"/>
              </a:buClr>
              <a:buSzPts val="1800"/>
              <a:buChar char="–"/>
              <a:defRPr sz="1800">
                <a:solidFill>
                  <a:srgbClr val="6C6463"/>
                </a:solidFill>
              </a:defRPr>
            </a:lvl2pPr>
            <a:lvl3pPr marL="1371600" lvl="2" indent="-330200" algn="l">
              <a:lnSpc>
                <a:spcPct val="100000"/>
              </a:lnSpc>
              <a:spcBef>
                <a:spcPts val="1200"/>
              </a:spcBef>
              <a:spcAft>
                <a:spcPts val="0"/>
              </a:spcAft>
              <a:buClr>
                <a:srgbClr val="6C6463"/>
              </a:buClr>
              <a:buSzPts val="1600"/>
              <a:buChar char="•"/>
              <a:defRPr sz="1600">
                <a:solidFill>
                  <a:srgbClr val="6C6463"/>
                </a:solidFill>
              </a:defRPr>
            </a:lvl3pPr>
            <a:lvl4pPr marL="1828800" lvl="3" indent="-317500" algn="l">
              <a:lnSpc>
                <a:spcPct val="100000"/>
              </a:lnSpc>
              <a:spcBef>
                <a:spcPts val="280"/>
              </a:spcBef>
              <a:spcAft>
                <a:spcPts val="0"/>
              </a:spcAft>
              <a:buClr>
                <a:srgbClr val="6C6463"/>
              </a:buClr>
              <a:buSzPts val="1400"/>
              <a:buChar char="–"/>
              <a:defRPr sz="1400">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38" name="Google Shape;138;p25"/>
          <p:cNvSpPr txBox="1">
            <a:spLocks noGrp="1"/>
          </p:cNvSpPr>
          <p:nvPr>
            <p:ph type="title"/>
          </p:nvPr>
        </p:nvSpPr>
        <p:spPr>
          <a:xfrm>
            <a:off x="685800" y="408204"/>
            <a:ext cx="3657296" cy="1389888"/>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25"/>
          <p:cNvSpPr txBox="1">
            <a:spLocks noGrp="1"/>
          </p:cNvSpPr>
          <p:nvPr>
            <p:ph type="body" idx="3"/>
          </p:nvPr>
        </p:nvSpPr>
        <p:spPr>
          <a:xfrm rot="-5400000">
            <a:off x="7527667" y="1431666"/>
            <a:ext cx="2743200" cy="184666"/>
          </a:xfrm>
          <a:prstGeom prst="rect">
            <a:avLst/>
          </a:prstGeom>
          <a:noFill/>
          <a:ln>
            <a:noFill/>
          </a:ln>
        </p:spPr>
        <p:txBody>
          <a:bodyPr spcFirstLastPara="1" wrap="square" lIns="91425" tIns="45700" rIns="91425" bIns="45700" anchor="t" anchorCtr="0">
            <a:spAutoFit/>
          </a:bodyPr>
          <a:lstStyle>
            <a:lvl1pPr marL="457200" lvl="0" indent="-228600" algn="r">
              <a:lnSpc>
                <a:spcPct val="100000"/>
              </a:lnSpc>
              <a:spcBef>
                <a:spcPts val="0"/>
              </a:spcBef>
              <a:spcAft>
                <a:spcPts val="0"/>
              </a:spcAft>
              <a:buClr>
                <a:srgbClr val="FFFFFF"/>
              </a:buClr>
              <a:buSzPts val="600"/>
              <a:buNone/>
              <a:defRPr sz="600">
                <a:solidFill>
                  <a:srgbClr val="FFFFFF"/>
                </a:solidFill>
              </a:defRPr>
            </a:lvl1pPr>
            <a:lvl2pPr marL="914400" lvl="1" indent="-228600" algn="l">
              <a:lnSpc>
                <a:spcPct val="100000"/>
              </a:lnSpc>
              <a:spcBef>
                <a:spcPts val="1200"/>
              </a:spcBef>
              <a:spcAft>
                <a:spcPts val="0"/>
              </a:spcAft>
              <a:buClr>
                <a:schemeClr val="lt1"/>
              </a:buClr>
              <a:buSzPts val="1800"/>
              <a:buNone/>
              <a:defRPr sz="1800">
                <a:solidFill>
                  <a:schemeClr val="lt1"/>
                </a:solidFill>
              </a:defRPr>
            </a:lvl2pPr>
            <a:lvl3pPr marL="1371600" lvl="2" indent="-228600" algn="l">
              <a:lnSpc>
                <a:spcPct val="100000"/>
              </a:lnSpc>
              <a:spcBef>
                <a:spcPts val="1200"/>
              </a:spcBef>
              <a:spcAft>
                <a:spcPts val="0"/>
              </a:spcAft>
              <a:buClr>
                <a:schemeClr val="lt1"/>
              </a:buClr>
              <a:buSzPts val="1600"/>
              <a:buNone/>
              <a:defRPr sz="1600">
                <a:solidFill>
                  <a:schemeClr val="lt1"/>
                </a:solidFill>
              </a:defRPr>
            </a:lvl3pPr>
            <a:lvl4pPr marL="1828800" lvl="3" indent="-228600" algn="l">
              <a:lnSpc>
                <a:spcPct val="100000"/>
              </a:lnSpc>
              <a:spcBef>
                <a:spcPts val="280"/>
              </a:spcBef>
              <a:spcAft>
                <a:spcPts val="0"/>
              </a:spcAft>
              <a:buClr>
                <a:schemeClr val="lt1"/>
              </a:buClr>
              <a:buSzPts val="1400"/>
              <a:buNone/>
              <a:defRPr sz="1400">
                <a:solidFill>
                  <a:schemeClr val="lt1"/>
                </a:solidFill>
              </a:defRPr>
            </a:lvl4pPr>
            <a:lvl5pPr marL="2286000" lvl="4" indent="-228600" algn="l">
              <a:lnSpc>
                <a:spcPct val="100000"/>
              </a:lnSpc>
              <a:spcBef>
                <a:spcPts val="240"/>
              </a:spcBef>
              <a:spcAft>
                <a:spcPts val="0"/>
              </a:spcAft>
              <a:buClr>
                <a:schemeClr val="lt1"/>
              </a:buClr>
              <a:buSzPts val="1200"/>
              <a:buNone/>
              <a:defRPr sz="1200">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ue/Gray Title Only">
  <p:cSld name="Blue/Gray Title Only">
    <p:bg>
      <p:bgPr>
        <a:solidFill>
          <a:srgbClr val="E7E7E5"/>
        </a:solidFill>
        <a:effectLst/>
      </p:bgPr>
    </p:bg>
    <p:spTree>
      <p:nvGrpSpPr>
        <p:cNvPr id="1" name="Shape 140"/>
        <p:cNvGrpSpPr/>
        <p:nvPr/>
      </p:nvGrpSpPr>
      <p:grpSpPr>
        <a:xfrm>
          <a:off x="0" y="0"/>
          <a:ext cx="0" cy="0"/>
          <a:chOff x="0" y="0"/>
          <a:chExt cx="0" cy="0"/>
        </a:xfrm>
      </p:grpSpPr>
      <p:sp>
        <p:nvSpPr>
          <p:cNvPr id="141" name="Google Shape;141;p26"/>
          <p:cNvSpPr>
            <a:spLocks noGrp="1"/>
          </p:cNvSpPr>
          <p:nvPr>
            <p:ph type="pic" idx="2"/>
          </p:nvPr>
        </p:nvSpPr>
        <p:spPr>
          <a:xfrm>
            <a:off x="152400" y="152400"/>
            <a:ext cx="4419600" cy="6553200"/>
          </a:xfrm>
          <a:prstGeom prst="rect">
            <a:avLst/>
          </a:prstGeom>
          <a:solidFill>
            <a:srgbClr val="FFFFFF"/>
          </a:solidFill>
          <a:ln>
            <a:noFill/>
          </a:ln>
        </p:spPr>
      </p:sp>
      <p:sp>
        <p:nvSpPr>
          <p:cNvPr id="142" name="Google Shape;142;p26"/>
          <p:cNvSpPr txBox="1">
            <a:spLocks noGrp="1"/>
          </p:cNvSpPr>
          <p:nvPr>
            <p:ph type="dt" idx="10"/>
          </p:nvPr>
        </p:nvSpPr>
        <p:spPr>
          <a:xfrm>
            <a:off x="152400" y="6520934"/>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3" name="Google Shape;143;p26"/>
          <p:cNvSpPr txBox="1">
            <a:spLocks noGrp="1"/>
          </p:cNvSpPr>
          <p:nvPr>
            <p:ph type="sldNum" idx="12"/>
          </p:nvPr>
        </p:nvSpPr>
        <p:spPr>
          <a:xfrm>
            <a:off x="6858000" y="6520934"/>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44" name="Google Shape;144;p26"/>
          <p:cNvSpPr txBox="1">
            <a:spLocks noGrp="1"/>
          </p:cNvSpPr>
          <p:nvPr>
            <p:ph type="body" idx="1"/>
          </p:nvPr>
        </p:nvSpPr>
        <p:spPr>
          <a:xfrm rot="-5400000">
            <a:off x="3108067" y="1431666"/>
            <a:ext cx="2743200" cy="184666"/>
          </a:xfrm>
          <a:prstGeom prst="rect">
            <a:avLst/>
          </a:prstGeom>
          <a:noFill/>
          <a:ln>
            <a:noFill/>
          </a:ln>
        </p:spPr>
        <p:txBody>
          <a:bodyPr spcFirstLastPara="1" wrap="square" lIns="91425" tIns="45700" rIns="91425" bIns="45700" anchor="t" anchorCtr="0">
            <a:spAutoFit/>
          </a:bodyPr>
          <a:lstStyle>
            <a:lvl1pPr marL="457200" lvl="0" indent="-228600" algn="r">
              <a:lnSpc>
                <a:spcPct val="100000"/>
              </a:lnSpc>
              <a:spcBef>
                <a:spcPts val="0"/>
              </a:spcBef>
              <a:spcAft>
                <a:spcPts val="0"/>
              </a:spcAft>
              <a:buClr>
                <a:srgbClr val="FFFFFF"/>
              </a:buClr>
              <a:buSzPts val="600"/>
              <a:buNone/>
              <a:defRPr sz="600">
                <a:solidFill>
                  <a:srgbClr val="FFFFFF"/>
                </a:solidFill>
              </a:defRPr>
            </a:lvl1pPr>
            <a:lvl2pPr marL="914400" lvl="1" indent="-228600" algn="l">
              <a:lnSpc>
                <a:spcPct val="100000"/>
              </a:lnSpc>
              <a:spcBef>
                <a:spcPts val="1200"/>
              </a:spcBef>
              <a:spcAft>
                <a:spcPts val="0"/>
              </a:spcAft>
              <a:buClr>
                <a:schemeClr val="lt1"/>
              </a:buClr>
              <a:buSzPts val="1800"/>
              <a:buNone/>
              <a:defRPr sz="1800">
                <a:solidFill>
                  <a:schemeClr val="lt1"/>
                </a:solidFill>
              </a:defRPr>
            </a:lvl2pPr>
            <a:lvl3pPr marL="1371600" lvl="2" indent="-228600" algn="l">
              <a:lnSpc>
                <a:spcPct val="100000"/>
              </a:lnSpc>
              <a:spcBef>
                <a:spcPts val="1200"/>
              </a:spcBef>
              <a:spcAft>
                <a:spcPts val="0"/>
              </a:spcAft>
              <a:buClr>
                <a:schemeClr val="lt1"/>
              </a:buClr>
              <a:buSzPts val="1600"/>
              <a:buNone/>
              <a:defRPr sz="1600">
                <a:solidFill>
                  <a:schemeClr val="lt1"/>
                </a:solidFill>
              </a:defRPr>
            </a:lvl3pPr>
            <a:lvl4pPr marL="1828800" lvl="3" indent="-228600" algn="l">
              <a:lnSpc>
                <a:spcPct val="100000"/>
              </a:lnSpc>
              <a:spcBef>
                <a:spcPts val="280"/>
              </a:spcBef>
              <a:spcAft>
                <a:spcPts val="0"/>
              </a:spcAft>
              <a:buClr>
                <a:schemeClr val="lt1"/>
              </a:buClr>
              <a:buSzPts val="1400"/>
              <a:buNone/>
              <a:defRPr sz="1400">
                <a:solidFill>
                  <a:schemeClr val="lt1"/>
                </a:solidFill>
              </a:defRPr>
            </a:lvl4pPr>
            <a:lvl5pPr marL="2286000" lvl="4" indent="-228600" algn="l">
              <a:lnSpc>
                <a:spcPct val="100000"/>
              </a:lnSpc>
              <a:spcBef>
                <a:spcPts val="240"/>
              </a:spcBef>
              <a:spcAft>
                <a:spcPts val="0"/>
              </a:spcAft>
              <a:buClr>
                <a:schemeClr val="lt1"/>
              </a:buClr>
              <a:buSzPts val="1200"/>
              <a:buNone/>
              <a:defRPr sz="1200">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5" name="Google Shape;145;p26"/>
          <p:cNvSpPr txBox="1">
            <a:spLocks noGrp="1"/>
          </p:cNvSpPr>
          <p:nvPr>
            <p:ph type="title"/>
          </p:nvPr>
        </p:nvSpPr>
        <p:spPr>
          <a:xfrm>
            <a:off x="4877104" y="2971800"/>
            <a:ext cx="3885896" cy="954107"/>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ue/White 1 Content">
  <p:cSld name="Blue/White 1 Content">
    <p:bg>
      <p:bgPr>
        <a:solidFill>
          <a:schemeClr val="lt1"/>
        </a:solidFill>
        <a:effectLst/>
      </p:bgPr>
    </p:bg>
    <p:spTree>
      <p:nvGrpSpPr>
        <p:cNvPr id="1" name="Shape 146"/>
        <p:cNvGrpSpPr/>
        <p:nvPr/>
      </p:nvGrpSpPr>
      <p:grpSpPr>
        <a:xfrm>
          <a:off x="0" y="0"/>
          <a:ext cx="0" cy="0"/>
          <a:chOff x="0" y="0"/>
          <a:chExt cx="0" cy="0"/>
        </a:xfrm>
      </p:grpSpPr>
      <p:sp>
        <p:nvSpPr>
          <p:cNvPr id="147" name="Google Shape;147;p27"/>
          <p:cNvSpPr txBox="1">
            <a:spLocks noGrp="1"/>
          </p:cNvSpPr>
          <p:nvPr>
            <p:ph type="body" idx="1"/>
          </p:nvPr>
        </p:nvSpPr>
        <p:spPr>
          <a:xfrm>
            <a:off x="685800" y="1600200"/>
            <a:ext cx="7772400" cy="4572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0"/>
              </a:spcBef>
              <a:spcAft>
                <a:spcPts val="0"/>
              </a:spcAft>
              <a:buClr>
                <a:srgbClr val="635C5B"/>
              </a:buClr>
              <a:buSzPts val="1800"/>
              <a:buChar char="•"/>
              <a:defRPr/>
            </a:lvl1pPr>
            <a:lvl2pPr marL="914400" lvl="1" indent="-342900" algn="l">
              <a:lnSpc>
                <a:spcPct val="100000"/>
              </a:lnSpc>
              <a:spcBef>
                <a:spcPts val="1200"/>
              </a:spcBef>
              <a:spcAft>
                <a:spcPts val="0"/>
              </a:spcAft>
              <a:buClr>
                <a:srgbClr val="635C5B"/>
              </a:buClr>
              <a:buSzPts val="1800"/>
              <a:buChar char="–"/>
              <a:defRPr/>
            </a:lvl2pPr>
            <a:lvl3pPr marL="1371600" lvl="2" indent="-342900" algn="l">
              <a:lnSpc>
                <a:spcPct val="100000"/>
              </a:lnSpc>
              <a:spcBef>
                <a:spcPts val="1200"/>
              </a:spcBef>
              <a:spcAft>
                <a:spcPts val="0"/>
              </a:spcAft>
              <a:buClr>
                <a:srgbClr val="6C6463"/>
              </a:buClr>
              <a:buSzPts val="1800"/>
              <a:buChar char="•"/>
              <a:defRPr/>
            </a:lvl3pPr>
            <a:lvl4pPr marL="1828800" lvl="3" indent="-342900" algn="l">
              <a:lnSpc>
                <a:spcPct val="100000"/>
              </a:lnSpc>
              <a:spcBef>
                <a:spcPts val="360"/>
              </a:spcBef>
              <a:spcAft>
                <a:spcPts val="0"/>
              </a:spcAft>
              <a:buClr>
                <a:srgbClr val="6C6463"/>
              </a:buClr>
              <a:buSzPts val="1800"/>
              <a:buChar char="–"/>
              <a:defRPr/>
            </a:lvl4pPr>
            <a:lvl5pPr marL="2286000" lvl="4" indent="-342900" algn="l">
              <a:lnSpc>
                <a:spcPct val="100000"/>
              </a:lnSpc>
              <a:spcBef>
                <a:spcPts val="360"/>
              </a:spcBef>
              <a:spcAft>
                <a:spcPts val="0"/>
              </a:spcAft>
              <a:buClr>
                <a:srgbClr val="6C6463"/>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8" name="Google Shape;148;p27"/>
          <p:cNvSpPr txBox="1">
            <a:spLocks noGrp="1"/>
          </p:cNvSpPr>
          <p:nvPr>
            <p:ph type="dt" idx="10"/>
          </p:nvPr>
        </p:nvSpPr>
        <p:spPr>
          <a:xfrm>
            <a:off x="152400" y="6520934"/>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6C6463"/>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9" name="Google Shape;149;p27"/>
          <p:cNvSpPr txBox="1">
            <a:spLocks noGrp="1"/>
          </p:cNvSpPr>
          <p:nvPr>
            <p:ph type="ftr" idx="11"/>
          </p:nvPr>
        </p:nvSpPr>
        <p:spPr>
          <a:xfrm>
            <a:off x="3124200" y="6520934"/>
            <a:ext cx="2895600" cy="184666"/>
          </a:xfrm>
          <a:prstGeom prst="rect">
            <a:avLst/>
          </a:prstGeom>
          <a:noFill/>
          <a:ln>
            <a:noFill/>
          </a:ln>
        </p:spPr>
        <p:txBody>
          <a:bodyPr spcFirstLastPara="1" wrap="square" lIns="91425" tIns="45700" rIns="91425" bIns="45700" anchor="ctr" anchorCtr="0">
            <a:spAutoFit/>
          </a:bodyPr>
          <a:lstStyle>
            <a:lvl1pPr marR="0" lvl="0" algn="ctr" rtl="0">
              <a:lnSpc>
                <a:spcPct val="100000"/>
              </a:lnSpc>
              <a:spcBef>
                <a:spcPts val="0"/>
              </a:spcBef>
              <a:spcAft>
                <a:spcPts val="0"/>
              </a:spcAft>
              <a:buClr>
                <a:srgbClr val="000000"/>
              </a:buClr>
              <a:buSzPts val="1400"/>
              <a:buFont typeface="Arial"/>
              <a:buNone/>
              <a:defRPr sz="600" b="0" i="0" u="none" strike="noStrike" cap="none">
                <a:solidFill>
                  <a:srgbClr val="6C6463"/>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0" name="Google Shape;150;p27"/>
          <p:cNvSpPr txBox="1">
            <a:spLocks noGrp="1"/>
          </p:cNvSpPr>
          <p:nvPr>
            <p:ph type="sldNum" idx="12"/>
          </p:nvPr>
        </p:nvSpPr>
        <p:spPr>
          <a:xfrm>
            <a:off x="6858000" y="6520934"/>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51" name="Google Shape;151;p27"/>
          <p:cNvSpPr txBox="1">
            <a:spLocks noGrp="1"/>
          </p:cNvSpPr>
          <p:nvPr>
            <p:ph type="title"/>
          </p:nvPr>
        </p:nvSpPr>
        <p:spPr>
          <a:xfrm>
            <a:off x="686104" y="457200"/>
            <a:ext cx="7772400" cy="91440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ue/White 2 Content">
  <p:cSld name="Blue/White 2 Content">
    <p:bg>
      <p:bgPr>
        <a:solidFill>
          <a:schemeClr val="lt1"/>
        </a:solidFill>
        <a:effectLst/>
      </p:bgPr>
    </p:bg>
    <p:spTree>
      <p:nvGrpSpPr>
        <p:cNvPr id="1" name="Shape 152"/>
        <p:cNvGrpSpPr/>
        <p:nvPr/>
      </p:nvGrpSpPr>
      <p:grpSpPr>
        <a:xfrm>
          <a:off x="0" y="0"/>
          <a:ext cx="0" cy="0"/>
          <a:chOff x="0" y="0"/>
          <a:chExt cx="0" cy="0"/>
        </a:xfrm>
      </p:grpSpPr>
      <p:sp>
        <p:nvSpPr>
          <p:cNvPr id="153" name="Google Shape;153;p28"/>
          <p:cNvSpPr txBox="1">
            <a:spLocks noGrp="1"/>
          </p:cNvSpPr>
          <p:nvPr>
            <p:ph type="body" idx="1"/>
          </p:nvPr>
        </p:nvSpPr>
        <p:spPr>
          <a:xfrm>
            <a:off x="686104" y="1600200"/>
            <a:ext cx="3809696" cy="45720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sz="2000">
                <a:solidFill>
                  <a:srgbClr val="6C6463"/>
                </a:solidFill>
              </a:defRPr>
            </a:lvl1pPr>
            <a:lvl2pPr marL="914400" lvl="1" indent="-342900" algn="l">
              <a:lnSpc>
                <a:spcPct val="100000"/>
              </a:lnSpc>
              <a:spcBef>
                <a:spcPts val="1200"/>
              </a:spcBef>
              <a:spcAft>
                <a:spcPts val="0"/>
              </a:spcAft>
              <a:buClr>
                <a:srgbClr val="6C6463"/>
              </a:buClr>
              <a:buSzPts val="1800"/>
              <a:buChar char="–"/>
              <a:defRPr sz="1800">
                <a:solidFill>
                  <a:srgbClr val="6C6463"/>
                </a:solidFill>
              </a:defRPr>
            </a:lvl2pPr>
            <a:lvl3pPr marL="1371600" lvl="2" indent="-330200" algn="l">
              <a:lnSpc>
                <a:spcPct val="100000"/>
              </a:lnSpc>
              <a:spcBef>
                <a:spcPts val="1200"/>
              </a:spcBef>
              <a:spcAft>
                <a:spcPts val="0"/>
              </a:spcAft>
              <a:buClr>
                <a:srgbClr val="6C6463"/>
              </a:buClr>
              <a:buSzPts val="1600"/>
              <a:buChar char="•"/>
              <a:defRPr sz="1600">
                <a:solidFill>
                  <a:srgbClr val="6C6463"/>
                </a:solidFill>
              </a:defRPr>
            </a:lvl3pPr>
            <a:lvl4pPr marL="1828800" lvl="3" indent="-317500" algn="l">
              <a:lnSpc>
                <a:spcPct val="100000"/>
              </a:lnSpc>
              <a:spcBef>
                <a:spcPts val="280"/>
              </a:spcBef>
              <a:spcAft>
                <a:spcPts val="0"/>
              </a:spcAft>
              <a:buClr>
                <a:srgbClr val="6C6463"/>
              </a:buClr>
              <a:buSzPts val="1400"/>
              <a:buChar char="–"/>
              <a:defRPr sz="1400">
                <a:solidFill>
                  <a:srgbClr val="6C6463"/>
                </a:solidFill>
              </a:defRPr>
            </a:lvl4pPr>
            <a:lvl5pPr marL="2286000" lvl="4" indent="-330200" algn="l">
              <a:lnSpc>
                <a:spcPct val="100000"/>
              </a:lnSpc>
              <a:spcBef>
                <a:spcPts val="320"/>
              </a:spcBef>
              <a:spcAft>
                <a:spcPts val="0"/>
              </a:spcAft>
              <a:buClr>
                <a:srgbClr val="6C6463"/>
              </a:buClr>
              <a:buSzPts val="1600"/>
              <a:buChar char="»"/>
              <a:defRPr sz="1600">
                <a:solidFill>
                  <a:srgbClr val="6C6463"/>
                </a:solidFill>
              </a:defRPr>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54" name="Google Shape;154;p28"/>
          <p:cNvSpPr txBox="1">
            <a:spLocks noGrp="1"/>
          </p:cNvSpPr>
          <p:nvPr>
            <p:ph type="body" idx="2"/>
          </p:nvPr>
        </p:nvSpPr>
        <p:spPr>
          <a:xfrm>
            <a:off x="4648200" y="1600200"/>
            <a:ext cx="3810304" cy="45720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sz="2000">
                <a:solidFill>
                  <a:srgbClr val="6C6463"/>
                </a:solidFill>
              </a:defRPr>
            </a:lvl1pPr>
            <a:lvl2pPr marL="914400" lvl="1" indent="-342900" algn="l">
              <a:lnSpc>
                <a:spcPct val="100000"/>
              </a:lnSpc>
              <a:spcBef>
                <a:spcPts val="1200"/>
              </a:spcBef>
              <a:spcAft>
                <a:spcPts val="0"/>
              </a:spcAft>
              <a:buClr>
                <a:srgbClr val="6C6463"/>
              </a:buClr>
              <a:buSzPts val="1800"/>
              <a:buChar char="–"/>
              <a:defRPr sz="1800">
                <a:solidFill>
                  <a:srgbClr val="6C6463"/>
                </a:solidFill>
              </a:defRPr>
            </a:lvl2pPr>
            <a:lvl3pPr marL="1371600" lvl="2" indent="-330200" algn="l">
              <a:lnSpc>
                <a:spcPct val="100000"/>
              </a:lnSpc>
              <a:spcBef>
                <a:spcPts val="1200"/>
              </a:spcBef>
              <a:spcAft>
                <a:spcPts val="0"/>
              </a:spcAft>
              <a:buClr>
                <a:srgbClr val="6C6463"/>
              </a:buClr>
              <a:buSzPts val="1600"/>
              <a:buChar char="•"/>
              <a:defRPr sz="1600">
                <a:solidFill>
                  <a:srgbClr val="6C6463"/>
                </a:solidFill>
              </a:defRPr>
            </a:lvl3pPr>
            <a:lvl4pPr marL="1828800" lvl="3" indent="-317500" algn="l">
              <a:lnSpc>
                <a:spcPct val="100000"/>
              </a:lnSpc>
              <a:spcBef>
                <a:spcPts val="280"/>
              </a:spcBef>
              <a:spcAft>
                <a:spcPts val="0"/>
              </a:spcAft>
              <a:buClr>
                <a:srgbClr val="6C6463"/>
              </a:buClr>
              <a:buSzPts val="1400"/>
              <a:buChar char="–"/>
              <a:defRPr sz="1400">
                <a:solidFill>
                  <a:srgbClr val="6C6463"/>
                </a:solidFill>
              </a:defRPr>
            </a:lvl4pPr>
            <a:lvl5pPr marL="2286000" lvl="4" indent="-330200" algn="l">
              <a:lnSpc>
                <a:spcPct val="100000"/>
              </a:lnSpc>
              <a:spcBef>
                <a:spcPts val="320"/>
              </a:spcBef>
              <a:spcAft>
                <a:spcPts val="0"/>
              </a:spcAft>
              <a:buClr>
                <a:srgbClr val="6C6463"/>
              </a:buClr>
              <a:buSzPts val="1600"/>
              <a:buChar char="»"/>
              <a:defRPr sz="1600">
                <a:solidFill>
                  <a:srgbClr val="6C6463"/>
                </a:solidFill>
              </a:defRPr>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55" name="Google Shape;155;p28"/>
          <p:cNvSpPr txBox="1">
            <a:spLocks noGrp="1"/>
          </p:cNvSpPr>
          <p:nvPr>
            <p:ph type="dt" idx="10"/>
          </p:nvPr>
        </p:nvSpPr>
        <p:spPr>
          <a:xfrm>
            <a:off x="152400" y="6530079"/>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6C6463"/>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6" name="Google Shape;156;p28"/>
          <p:cNvSpPr txBox="1">
            <a:spLocks noGrp="1"/>
          </p:cNvSpPr>
          <p:nvPr>
            <p:ph type="ftr" idx="11"/>
          </p:nvPr>
        </p:nvSpPr>
        <p:spPr>
          <a:xfrm>
            <a:off x="3124200" y="6530079"/>
            <a:ext cx="2895600" cy="184666"/>
          </a:xfrm>
          <a:prstGeom prst="rect">
            <a:avLst/>
          </a:prstGeom>
          <a:noFill/>
          <a:ln>
            <a:noFill/>
          </a:ln>
        </p:spPr>
        <p:txBody>
          <a:bodyPr spcFirstLastPara="1" wrap="square" lIns="91425" tIns="45700" rIns="91425" bIns="45700" anchor="ctr"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6C6463"/>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7" name="Google Shape;157;p28"/>
          <p:cNvSpPr txBox="1">
            <a:spLocks noGrp="1"/>
          </p:cNvSpPr>
          <p:nvPr>
            <p:ph type="sldNum" idx="12"/>
          </p:nvPr>
        </p:nvSpPr>
        <p:spPr>
          <a:xfrm>
            <a:off x="6858000" y="6530079"/>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58" name="Google Shape;158;p28"/>
          <p:cNvSpPr txBox="1">
            <a:spLocks noGrp="1"/>
          </p:cNvSpPr>
          <p:nvPr>
            <p:ph type="title"/>
          </p:nvPr>
        </p:nvSpPr>
        <p:spPr>
          <a:xfrm>
            <a:off x="686104" y="457200"/>
            <a:ext cx="7772400" cy="91440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ue/White 3 Content">
  <p:cSld name="Blue/White 3 Content">
    <p:bg>
      <p:bgPr>
        <a:solidFill>
          <a:schemeClr val="lt1"/>
        </a:solidFill>
        <a:effectLst/>
      </p:bgPr>
    </p:bg>
    <p:spTree>
      <p:nvGrpSpPr>
        <p:cNvPr id="1" name="Shape 159"/>
        <p:cNvGrpSpPr/>
        <p:nvPr/>
      </p:nvGrpSpPr>
      <p:grpSpPr>
        <a:xfrm>
          <a:off x="0" y="0"/>
          <a:ext cx="0" cy="0"/>
          <a:chOff x="0" y="0"/>
          <a:chExt cx="0" cy="0"/>
        </a:xfrm>
      </p:grpSpPr>
      <p:sp>
        <p:nvSpPr>
          <p:cNvPr id="160" name="Google Shape;160;p29"/>
          <p:cNvSpPr txBox="1">
            <a:spLocks noGrp="1"/>
          </p:cNvSpPr>
          <p:nvPr>
            <p:ph type="body" idx="1"/>
          </p:nvPr>
        </p:nvSpPr>
        <p:spPr>
          <a:xfrm>
            <a:off x="686104" y="1600200"/>
            <a:ext cx="2514296" cy="45720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sz="2000">
                <a:solidFill>
                  <a:srgbClr val="6C6463"/>
                </a:solidFill>
              </a:defRPr>
            </a:lvl1pPr>
            <a:lvl2pPr marL="914400" lvl="1" indent="-342900" algn="l">
              <a:lnSpc>
                <a:spcPct val="100000"/>
              </a:lnSpc>
              <a:spcBef>
                <a:spcPts val="1200"/>
              </a:spcBef>
              <a:spcAft>
                <a:spcPts val="0"/>
              </a:spcAft>
              <a:buClr>
                <a:srgbClr val="6C6463"/>
              </a:buClr>
              <a:buSzPts val="1800"/>
              <a:buChar char="–"/>
              <a:defRPr sz="1800">
                <a:solidFill>
                  <a:srgbClr val="6C6463"/>
                </a:solidFill>
              </a:defRPr>
            </a:lvl2pPr>
            <a:lvl3pPr marL="1371600" lvl="2" indent="-330200" algn="l">
              <a:lnSpc>
                <a:spcPct val="100000"/>
              </a:lnSpc>
              <a:spcBef>
                <a:spcPts val="1200"/>
              </a:spcBef>
              <a:spcAft>
                <a:spcPts val="0"/>
              </a:spcAft>
              <a:buClr>
                <a:srgbClr val="6C6463"/>
              </a:buClr>
              <a:buSzPts val="1600"/>
              <a:buChar char="•"/>
              <a:defRPr sz="1600">
                <a:solidFill>
                  <a:srgbClr val="6C6463"/>
                </a:solidFill>
              </a:defRPr>
            </a:lvl3pPr>
            <a:lvl4pPr marL="1828800" lvl="3" indent="-317500" algn="l">
              <a:lnSpc>
                <a:spcPct val="100000"/>
              </a:lnSpc>
              <a:spcBef>
                <a:spcPts val="280"/>
              </a:spcBef>
              <a:spcAft>
                <a:spcPts val="0"/>
              </a:spcAft>
              <a:buClr>
                <a:srgbClr val="6C6463"/>
              </a:buClr>
              <a:buSzPts val="1400"/>
              <a:buChar char="–"/>
              <a:defRPr sz="1400">
                <a:solidFill>
                  <a:srgbClr val="6C6463"/>
                </a:solidFill>
              </a:defRPr>
            </a:lvl4pPr>
            <a:lvl5pPr marL="2286000" lvl="4" indent="-330200" algn="l">
              <a:lnSpc>
                <a:spcPct val="100000"/>
              </a:lnSpc>
              <a:spcBef>
                <a:spcPts val="320"/>
              </a:spcBef>
              <a:spcAft>
                <a:spcPts val="0"/>
              </a:spcAft>
              <a:buClr>
                <a:srgbClr val="FFFFFF"/>
              </a:buClr>
              <a:buSzPts val="1600"/>
              <a:buChar char="»"/>
              <a:defRPr sz="1600">
                <a:solidFill>
                  <a:srgbClr val="FFFFFF"/>
                </a:solidFill>
              </a:defRPr>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61" name="Google Shape;161;p29"/>
          <p:cNvSpPr txBox="1">
            <a:spLocks noGrp="1"/>
          </p:cNvSpPr>
          <p:nvPr>
            <p:ph type="body" idx="2"/>
          </p:nvPr>
        </p:nvSpPr>
        <p:spPr>
          <a:xfrm>
            <a:off x="5943600" y="1600200"/>
            <a:ext cx="2514904" cy="45720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sz="2000">
                <a:solidFill>
                  <a:srgbClr val="6C6463"/>
                </a:solidFill>
              </a:defRPr>
            </a:lvl1pPr>
            <a:lvl2pPr marL="914400" lvl="1" indent="-342900" algn="l">
              <a:lnSpc>
                <a:spcPct val="100000"/>
              </a:lnSpc>
              <a:spcBef>
                <a:spcPts val="1200"/>
              </a:spcBef>
              <a:spcAft>
                <a:spcPts val="0"/>
              </a:spcAft>
              <a:buClr>
                <a:srgbClr val="6C6463"/>
              </a:buClr>
              <a:buSzPts val="1800"/>
              <a:buChar char="–"/>
              <a:defRPr sz="1800">
                <a:solidFill>
                  <a:srgbClr val="6C6463"/>
                </a:solidFill>
              </a:defRPr>
            </a:lvl2pPr>
            <a:lvl3pPr marL="1371600" lvl="2" indent="-330200" algn="l">
              <a:lnSpc>
                <a:spcPct val="100000"/>
              </a:lnSpc>
              <a:spcBef>
                <a:spcPts val="1200"/>
              </a:spcBef>
              <a:spcAft>
                <a:spcPts val="0"/>
              </a:spcAft>
              <a:buClr>
                <a:srgbClr val="6C6463"/>
              </a:buClr>
              <a:buSzPts val="1600"/>
              <a:buChar char="•"/>
              <a:defRPr sz="1600">
                <a:solidFill>
                  <a:srgbClr val="6C6463"/>
                </a:solidFill>
              </a:defRPr>
            </a:lvl3pPr>
            <a:lvl4pPr marL="1828800" lvl="3" indent="-317500" algn="l">
              <a:lnSpc>
                <a:spcPct val="100000"/>
              </a:lnSpc>
              <a:spcBef>
                <a:spcPts val="280"/>
              </a:spcBef>
              <a:spcAft>
                <a:spcPts val="0"/>
              </a:spcAft>
              <a:buClr>
                <a:srgbClr val="6C6463"/>
              </a:buClr>
              <a:buSzPts val="1400"/>
              <a:buChar char="–"/>
              <a:defRPr sz="1400">
                <a:solidFill>
                  <a:srgbClr val="6C6463"/>
                </a:solidFill>
              </a:defRPr>
            </a:lvl4pPr>
            <a:lvl5pPr marL="2286000" lvl="4" indent="-330200" algn="l">
              <a:lnSpc>
                <a:spcPct val="100000"/>
              </a:lnSpc>
              <a:spcBef>
                <a:spcPts val="320"/>
              </a:spcBef>
              <a:spcAft>
                <a:spcPts val="0"/>
              </a:spcAft>
              <a:buClr>
                <a:srgbClr val="FFFFFF"/>
              </a:buClr>
              <a:buSzPts val="1600"/>
              <a:buChar char="»"/>
              <a:defRPr sz="1600">
                <a:solidFill>
                  <a:srgbClr val="FFFFFF"/>
                </a:solidFill>
              </a:defRPr>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62" name="Google Shape;162;p29"/>
          <p:cNvSpPr txBox="1">
            <a:spLocks noGrp="1"/>
          </p:cNvSpPr>
          <p:nvPr>
            <p:ph type="dt" idx="10"/>
          </p:nvPr>
        </p:nvSpPr>
        <p:spPr>
          <a:xfrm>
            <a:off x="152400" y="6530079"/>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6C6463"/>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3" name="Google Shape;163;p29"/>
          <p:cNvSpPr txBox="1">
            <a:spLocks noGrp="1"/>
          </p:cNvSpPr>
          <p:nvPr>
            <p:ph type="ftr" idx="11"/>
          </p:nvPr>
        </p:nvSpPr>
        <p:spPr>
          <a:xfrm>
            <a:off x="3124200" y="6530079"/>
            <a:ext cx="2895600" cy="184666"/>
          </a:xfrm>
          <a:prstGeom prst="rect">
            <a:avLst/>
          </a:prstGeom>
          <a:noFill/>
          <a:ln>
            <a:noFill/>
          </a:ln>
        </p:spPr>
        <p:txBody>
          <a:bodyPr spcFirstLastPara="1" wrap="square" lIns="91425" tIns="45700" rIns="91425" bIns="45700" anchor="ctr"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6C6463"/>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4" name="Google Shape;164;p29"/>
          <p:cNvSpPr txBox="1">
            <a:spLocks noGrp="1"/>
          </p:cNvSpPr>
          <p:nvPr>
            <p:ph type="sldNum" idx="12"/>
          </p:nvPr>
        </p:nvSpPr>
        <p:spPr>
          <a:xfrm>
            <a:off x="6858000" y="6530079"/>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65" name="Google Shape;165;p29"/>
          <p:cNvSpPr txBox="1">
            <a:spLocks noGrp="1"/>
          </p:cNvSpPr>
          <p:nvPr>
            <p:ph type="title"/>
          </p:nvPr>
        </p:nvSpPr>
        <p:spPr>
          <a:xfrm>
            <a:off x="686104" y="457200"/>
            <a:ext cx="7772400" cy="91440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29"/>
          <p:cNvSpPr txBox="1">
            <a:spLocks noGrp="1"/>
          </p:cNvSpPr>
          <p:nvPr>
            <p:ph type="body" idx="3"/>
          </p:nvPr>
        </p:nvSpPr>
        <p:spPr>
          <a:xfrm>
            <a:off x="3314548" y="1600200"/>
            <a:ext cx="2514904" cy="45720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sz="2000">
                <a:solidFill>
                  <a:srgbClr val="6C6463"/>
                </a:solidFill>
              </a:defRPr>
            </a:lvl1pPr>
            <a:lvl2pPr marL="914400" lvl="1" indent="-342900" algn="l">
              <a:lnSpc>
                <a:spcPct val="100000"/>
              </a:lnSpc>
              <a:spcBef>
                <a:spcPts val="1200"/>
              </a:spcBef>
              <a:spcAft>
                <a:spcPts val="0"/>
              </a:spcAft>
              <a:buClr>
                <a:srgbClr val="6C6463"/>
              </a:buClr>
              <a:buSzPts val="1800"/>
              <a:buChar char="–"/>
              <a:defRPr sz="1800">
                <a:solidFill>
                  <a:srgbClr val="6C6463"/>
                </a:solidFill>
              </a:defRPr>
            </a:lvl2pPr>
            <a:lvl3pPr marL="1371600" lvl="2" indent="-330200" algn="l">
              <a:lnSpc>
                <a:spcPct val="100000"/>
              </a:lnSpc>
              <a:spcBef>
                <a:spcPts val="1200"/>
              </a:spcBef>
              <a:spcAft>
                <a:spcPts val="0"/>
              </a:spcAft>
              <a:buClr>
                <a:srgbClr val="6C6463"/>
              </a:buClr>
              <a:buSzPts val="1600"/>
              <a:buChar char="•"/>
              <a:defRPr sz="1600">
                <a:solidFill>
                  <a:srgbClr val="6C6463"/>
                </a:solidFill>
              </a:defRPr>
            </a:lvl3pPr>
            <a:lvl4pPr marL="1828800" lvl="3" indent="-317500" algn="l">
              <a:lnSpc>
                <a:spcPct val="100000"/>
              </a:lnSpc>
              <a:spcBef>
                <a:spcPts val="280"/>
              </a:spcBef>
              <a:spcAft>
                <a:spcPts val="0"/>
              </a:spcAft>
              <a:buClr>
                <a:srgbClr val="6C6463"/>
              </a:buClr>
              <a:buSzPts val="1400"/>
              <a:buChar char="–"/>
              <a:defRPr sz="1400">
                <a:solidFill>
                  <a:srgbClr val="6C6463"/>
                </a:solidFill>
              </a:defRPr>
            </a:lvl4pPr>
            <a:lvl5pPr marL="2286000" lvl="4" indent="-330200" algn="l">
              <a:lnSpc>
                <a:spcPct val="100000"/>
              </a:lnSpc>
              <a:spcBef>
                <a:spcPts val="320"/>
              </a:spcBef>
              <a:spcAft>
                <a:spcPts val="0"/>
              </a:spcAft>
              <a:buClr>
                <a:srgbClr val="FFFFFF"/>
              </a:buClr>
              <a:buSzPts val="1600"/>
              <a:buChar char="»"/>
              <a:defRPr sz="1600">
                <a:solidFill>
                  <a:srgbClr val="FFFFFF"/>
                </a:solidFill>
              </a:defRPr>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ue/White 1 Content + Bottom Photo">
  <p:cSld name="Blue/White 1 Content + Bottom Photo">
    <p:bg>
      <p:bgPr>
        <a:solidFill>
          <a:schemeClr val="lt1"/>
        </a:solidFill>
        <a:effectLst/>
      </p:bgPr>
    </p:bg>
    <p:spTree>
      <p:nvGrpSpPr>
        <p:cNvPr id="1" name="Shape 167"/>
        <p:cNvGrpSpPr/>
        <p:nvPr/>
      </p:nvGrpSpPr>
      <p:grpSpPr>
        <a:xfrm>
          <a:off x="0" y="0"/>
          <a:ext cx="0" cy="0"/>
          <a:chOff x="0" y="0"/>
          <a:chExt cx="0" cy="0"/>
        </a:xfrm>
      </p:grpSpPr>
      <p:sp>
        <p:nvSpPr>
          <p:cNvPr id="168" name="Google Shape;168;p30"/>
          <p:cNvSpPr>
            <a:spLocks noGrp="1"/>
          </p:cNvSpPr>
          <p:nvPr>
            <p:ph type="pic" idx="2"/>
          </p:nvPr>
        </p:nvSpPr>
        <p:spPr>
          <a:xfrm>
            <a:off x="152400" y="3429000"/>
            <a:ext cx="8839200" cy="3276600"/>
          </a:xfrm>
          <a:prstGeom prst="rect">
            <a:avLst/>
          </a:prstGeom>
          <a:solidFill>
            <a:srgbClr val="E7E7E5"/>
          </a:solidFill>
          <a:ln>
            <a:noFill/>
          </a:ln>
        </p:spPr>
      </p:sp>
      <p:sp>
        <p:nvSpPr>
          <p:cNvPr id="169" name="Google Shape;169;p30"/>
          <p:cNvSpPr txBox="1">
            <a:spLocks noGrp="1"/>
          </p:cNvSpPr>
          <p:nvPr>
            <p:ph type="body" idx="1"/>
          </p:nvPr>
        </p:nvSpPr>
        <p:spPr>
          <a:xfrm rot="-5400000">
            <a:off x="7527667" y="4708266"/>
            <a:ext cx="2743200" cy="184666"/>
          </a:xfrm>
          <a:prstGeom prst="rect">
            <a:avLst/>
          </a:prstGeom>
          <a:noFill/>
          <a:ln>
            <a:noFill/>
          </a:ln>
        </p:spPr>
        <p:txBody>
          <a:bodyPr spcFirstLastPara="1" wrap="square" lIns="91425" tIns="45700" rIns="91425" bIns="45700" anchor="t" anchorCtr="0">
            <a:spAutoFit/>
          </a:bodyPr>
          <a:lstStyle>
            <a:lvl1pPr marL="457200" lvl="0" indent="-228600" algn="r">
              <a:lnSpc>
                <a:spcPct val="100000"/>
              </a:lnSpc>
              <a:spcBef>
                <a:spcPts val="0"/>
              </a:spcBef>
              <a:spcAft>
                <a:spcPts val="0"/>
              </a:spcAft>
              <a:buClr>
                <a:srgbClr val="FFFFFF"/>
              </a:buClr>
              <a:buSzPts val="600"/>
              <a:buNone/>
              <a:defRPr sz="600">
                <a:solidFill>
                  <a:srgbClr val="FFFFFF"/>
                </a:solidFill>
              </a:defRPr>
            </a:lvl1pPr>
            <a:lvl2pPr marL="914400" lvl="1" indent="-228600" algn="l">
              <a:lnSpc>
                <a:spcPct val="100000"/>
              </a:lnSpc>
              <a:spcBef>
                <a:spcPts val="1200"/>
              </a:spcBef>
              <a:spcAft>
                <a:spcPts val="0"/>
              </a:spcAft>
              <a:buClr>
                <a:schemeClr val="lt1"/>
              </a:buClr>
              <a:buSzPts val="1800"/>
              <a:buNone/>
              <a:defRPr sz="1800">
                <a:solidFill>
                  <a:schemeClr val="lt1"/>
                </a:solidFill>
              </a:defRPr>
            </a:lvl2pPr>
            <a:lvl3pPr marL="1371600" lvl="2" indent="-228600" algn="l">
              <a:lnSpc>
                <a:spcPct val="100000"/>
              </a:lnSpc>
              <a:spcBef>
                <a:spcPts val="1200"/>
              </a:spcBef>
              <a:spcAft>
                <a:spcPts val="0"/>
              </a:spcAft>
              <a:buClr>
                <a:schemeClr val="lt1"/>
              </a:buClr>
              <a:buSzPts val="1600"/>
              <a:buNone/>
              <a:defRPr sz="1600">
                <a:solidFill>
                  <a:schemeClr val="lt1"/>
                </a:solidFill>
              </a:defRPr>
            </a:lvl3pPr>
            <a:lvl4pPr marL="1828800" lvl="3" indent="-228600" algn="l">
              <a:lnSpc>
                <a:spcPct val="100000"/>
              </a:lnSpc>
              <a:spcBef>
                <a:spcPts val="280"/>
              </a:spcBef>
              <a:spcAft>
                <a:spcPts val="0"/>
              </a:spcAft>
              <a:buClr>
                <a:schemeClr val="lt1"/>
              </a:buClr>
              <a:buSzPts val="1400"/>
              <a:buNone/>
              <a:defRPr sz="1400">
                <a:solidFill>
                  <a:schemeClr val="lt1"/>
                </a:solidFill>
              </a:defRPr>
            </a:lvl4pPr>
            <a:lvl5pPr marL="2286000" lvl="4" indent="-228600" algn="l">
              <a:lnSpc>
                <a:spcPct val="100000"/>
              </a:lnSpc>
              <a:spcBef>
                <a:spcPts val="240"/>
              </a:spcBef>
              <a:spcAft>
                <a:spcPts val="0"/>
              </a:spcAft>
              <a:buClr>
                <a:schemeClr val="lt1"/>
              </a:buClr>
              <a:buSzPts val="1200"/>
              <a:buNone/>
              <a:defRPr sz="1200">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70" name="Google Shape;170;p30"/>
          <p:cNvSpPr txBox="1">
            <a:spLocks noGrp="1"/>
          </p:cNvSpPr>
          <p:nvPr>
            <p:ph type="body" idx="3"/>
          </p:nvPr>
        </p:nvSpPr>
        <p:spPr>
          <a:xfrm>
            <a:off x="685800" y="1600200"/>
            <a:ext cx="7772400" cy="16002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a:solidFill>
                  <a:srgbClr val="6C6463"/>
                </a:solidFill>
              </a:defRPr>
            </a:lvl1pPr>
            <a:lvl2pPr marL="914400" lvl="1" indent="-355600" algn="l">
              <a:lnSpc>
                <a:spcPct val="100000"/>
              </a:lnSpc>
              <a:spcBef>
                <a:spcPts val="1200"/>
              </a:spcBef>
              <a:spcAft>
                <a:spcPts val="0"/>
              </a:spcAft>
              <a:buClr>
                <a:srgbClr val="6C6463"/>
              </a:buClr>
              <a:buSzPts val="2000"/>
              <a:buChar char="–"/>
              <a:defRPr>
                <a:solidFill>
                  <a:srgbClr val="6C6463"/>
                </a:solidFill>
              </a:defRPr>
            </a:lvl2pPr>
            <a:lvl3pPr marL="1371600" lvl="2" indent="-342900" algn="l">
              <a:lnSpc>
                <a:spcPct val="100000"/>
              </a:lnSpc>
              <a:spcBef>
                <a:spcPts val="1200"/>
              </a:spcBef>
              <a:spcAft>
                <a:spcPts val="0"/>
              </a:spcAft>
              <a:buClr>
                <a:srgbClr val="6C6463"/>
              </a:buClr>
              <a:buSzPts val="1800"/>
              <a:buChar char="•"/>
              <a:defRPr>
                <a:solidFill>
                  <a:srgbClr val="6C6463"/>
                </a:solidFill>
              </a:defRPr>
            </a:lvl3pPr>
            <a:lvl4pPr marL="1828800" lvl="3" indent="-330200" algn="l">
              <a:lnSpc>
                <a:spcPct val="100000"/>
              </a:lnSpc>
              <a:spcBef>
                <a:spcPts val="320"/>
              </a:spcBef>
              <a:spcAft>
                <a:spcPts val="0"/>
              </a:spcAft>
              <a:buClr>
                <a:srgbClr val="6C6463"/>
              </a:buClr>
              <a:buSzPts val="1600"/>
              <a:buChar char="–"/>
              <a:defRPr>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71" name="Google Shape;171;p30"/>
          <p:cNvSpPr txBox="1">
            <a:spLocks noGrp="1"/>
          </p:cNvSpPr>
          <p:nvPr>
            <p:ph type="dt" idx="10"/>
          </p:nvPr>
        </p:nvSpPr>
        <p:spPr>
          <a:xfrm>
            <a:off x="152400" y="6520934"/>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FFFFFF"/>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72" name="Google Shape;172;p30"/>
          <p:cNvSpPr txBox="1">
            <a:spLocks noGrp="1"/>
          </p:cNvSpPr>
          <p:nvPr>
            <p:ph type="ftr" idx="11"/>
          </p:nvPr>
        </p:nvSpPr>
        <p:spPr>
          <a:xfrm>
            <a:off x="3124200" y="6520934"/>
            <a:ext cx="2895600" cy="184666"/>
          </a:xfrm>
          <a:prstGeom prst="rect">
            <a:avLst/>
          </a:prstGeom>
          <a:noFill/>
          <a:ln>
            <a:noFill/>
          </a:ln>
        </p:spPr>
        <p:txBody>
          <a:bodyPr spcFirstLastPara="1" wrap="square" lIns="91425" tIns="45700" rIns="91425" bIns="45700" anchor="ctr" anchorCtr="0">
            <a:spAutoFit/>
          </a:bodyPr>
          <a:lstStyle>
            <a:lvl1pPr marR="0" lvl="0" algn="ctr" rtl="0">
              <a:lnSpc>
                <a:spcPct val="100000"/>
              </a:lnSpc>
              <a:spcBef>
                <a:spcPts val="0"/>
              </a:spcBef>
              <a:spcAft>
                <a:spcPts val="0"/>
              </a:spcAft>
              <a:buClr>
                <a:srgbClr val="000000"/>
              </a:buClr>
              <a:buSzPts val="1400"/>
              <a:buFont typeface="Arial"/>
              <a:buNone/>
              <a:defRPr sz="600" b="0" i="0" u="none" strike="noStrike" cap="none">
                <a:solidFill>
                  <a:srgbClr val="FFFFFF"/>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73" name="Google Shape;173;p30"/>
          <p:cNvSpPr txBox="1">
            <a:spLocks noGrp="1"/>
          </p:cNvSpPr>
          <p:nvPr>
            <p:ph type="sldNum" idx="12"/>
          </p:nvPr>
        </p:nvSpPr>
        <p:spPr>
          <a:xfrm>
            <a:off x="6858000" y="6520934"/>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74" name="Google Shape;174;p30"/>
          <p:cNvSpPr txBox="1">
            <a:spLocks noGrp="1"/>
          </p:cNvSpPr>
          <p:nvPr>
            <p:ph type="title"/>
          </p:nvPr>
        </p:nvSpPr>
        <p:spPr>
          <a:xfrm>
            <a:off x="686104" y="457200"/>
            <a:ext cx="7772400" cy="914400"/>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ue/White 1 Content + Right Photo">
  <p:cSld name="Blue/White 1 Content + Right Photo">
    <p:bg>
      <p:bgPr>
        <a:solidFill>
          <a:schemeClr val="lt1"/>
        </a:solidFill>
        <a:effectLst/>
      </p:bgPr>
    </p:bg>
    <p:spTree>
      <p:nvGrpSpPr>
        <p:cNvPr id="1" name="Shape 175"/>
        <p:cNvGrpSpPr/>
        <p:nvPr/>
      </p:nvGrpSpPr>
      <p:grpSpPr>
        <a:xfrm>
          <a:off x="0" y="0"/>
          <a:ext cx="0" cy="0"/>
          <a:chOff x="0" y="0"/>
          <a:chExt cx="0" cy="0"/>
        </a:xfrm>
      </p:grpSpPr>
      <p:sp>
        <p:nvSpPr>
          <p:cNvPr id="176" name="Google Shape;176;p31"/>
          <p:cNvSpPr>
            <a:spLocks noGrp="1"/>
          </p:cNvSpPr>
          <p:nvPr>
            <p:ph type="pic" idx="2"/>
          </p:nvPr>
        </p:nvSpPr>
        <p:spPr>
          <a:xfrm>
            <a:off x="4572000" y="152400"/>
            <a:ext cx="4419600" cy="6553200"/>
          </a:xfrm>
          <a:prstGeom prst="rect">
            <a:avLst/>
          </a:prstGeom>
          <a:solidFill>
            <a:srgbClr val="E7E7E5"/>
          </a:solidFill>
          <a:ln>
            <a:noFill/>
          </a:ln>
        </p:spPr>
      </p:sp>
      <p:sp>
        <p:nvSpPr>
          <p:cNvPr id="177" name="Google Shape;177;p31"/>
          <p:cNvSpPr txBox="1">
            <a:spLocks noGrp="1"/>
          </p:cNvSpPr>
          <p:nvPr>
            <p:ph type="dt" idx="10"/>
          </p:nvPr>
        </p:nvSpPr>
        <p:spPr>
          <a:xfrm>
            <a:off x="152400" y="6520934"/>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6C6463"/>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78" name="Google Shape;178;p31"/>
          <p:cNvSpPr txBox="1">
            <a:spLocks noGrp="1"/>
          </p:cNvSpPr>
          <p:nvPr>
            <p:ph type="sldNum" idx="12"/>
          </p:nvPr>
        </p:nvSpPr>
        <p:spPr>
          <a:xfrm>
            <a:off x="6858000" y="6520934"/>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79" name="Google Shape;179;p31"/>
          <p:cNvSpPr txBox="1">
            <a:spLocks noGrp="1"/>
          </p:cNvSpPr>
          <p:nvPr>
            <p:ph type="body" idx="1"/>
          </p:nvPr>
        </p:nvSpPr>
        <p:spPr>
          <a:xfrm>
            <a:off x="685800" y="2057400"/>
            <a:ext cx="3657600" cy="4114800"/>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Clr>
                <a:srgbClr val="6C6463"/>
              </a:buClr>
              <a:buSzPts val="2000"/>
              <a:buChar char="•"/>
              <a:defRPr sz="2000">
                <a:solidFill>
                  <a:srgbClr val="6C6463"/>
                </a:solidFill>
              </a:defRPr>
            </a:lvl1pPr>
            <a:lvl2pPr marL="914400" lvl="1" indent="-342900" algn="l">
              <a:lnSpc>
                <a:spcPct val="100000"/>
              </a:lnSpc>
              <a:spcBef>
                <a:spcPts val="1200"/>
              </a:spcBef>
              <a:spcAft>
                <a:spcPts val="0"/>
              </a:spcAft>
              <a:buClr>
                <a:srgbClr val="6C6463"/>
              </a:buClr>
              <a:buSzPts val="1800"/>
              <a:buChar char="–"/>
              <a:defRPr sz="1800">
                <a:solidFill>
                  <a:srgbClr val="6C6463"/>
                </a:solidFill>
              </a:defRPr>
            </a:lvl2pPr>
            <a:lvl3pPr marL="1371600" lvl="2" indent="-330200" algn="l">
              <a:lnSpc>
                <a:spcPct val="100000"/>
              </a:lnSpc>
              <a:spcBef>
                <a:spcPts val="1200"/>
              </a:spcBef>
              <a:spcAft>
                <a:spcPts val="0"/>
              </a:spcAft>
              <a:buClr>
                <a:srgbClr val="6C6463"/>
              </a:buClr>
              <a:buSzPts val="1600"/>
              <a:buChar char="•"/>
              <a:defRPr sz="1600">
                <a:solidFill>
                  <a:srgbClr val="6C6463"/>
                </a:solidFill>
              </a:defRPr>
            </a:lvl3pPr>
            <a:lvl4pPr marL="1828800" lvl="3" indent="-317500" algn="l">
              <a:lnSpc>
                <a:spcPct val="100000"/>
              </a:lnSpc>
              <a:spcBef>
                <a:spcPts val="280"/>
              </a:spcBef>
              <a:spcAft>
                <a:spcPts val="0"/>
              </a:spcAft>
              <a:buClr>
                <a:srgbClr val="6C6463"/>
              </a:buClr>
              <a:buSzPts val="1400"/>
              <a:buChar char="–"/>
              <a:defRPr sz="1400">
                <a:solidFill>
                  <a:srgbClr val="6C6463"/>
                </a:solidFill>
              </a:defRPr>
            </a:lvl4pPr>
            <a:lvl5pPr marL="2286000" lvl="4" indent="-317500" algn="l">
              <a:lnSpc>
                <a:spcPct val="100000"/>
              </a:lnSpc>
              <a:spcBef>
                <a:spcPts val="280"/>
              </a:spcBef>
              <a:spcAft>
                <a:spcPts val="0"/>
              </a:spcAft>
              <a:buClr>
                <a:srgbClr val="FFFFFF"/>
              </a:buClr>
              <a:buSzPts val="1400"/>
              <a:buChar char="»"/>
              <a:defRPr>
                <a:solidFill>
                  <a:srgbClr val="FFFFFF"/>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0" name="Google Shape;180;p31"/>
          <p:cNvSpPr txBox="1">
            <a:spLocks noGrp="1"/>
          </p:cNvSpPr>
          <p:nvPr>
            <p:ph type="title"/>
          </p:nvPr>
        </p:nvSpPr>
        <p:spPr>
          <a:xfrm>
            <a:off x="685800" y="408204"/>
            <a:ext cx="3657296" cy="1389888"/>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1" name="Google Shape;181;p31"/>
          <p:cNvSpPr txBox="1">
            <a:spLocks noGrp="1"/>
          </p:cNvSpPr>
          <p:nvPr>
            <p:ph type="body" idx="3"/>
          </p:nvPr>
        </p:nvSpPr>
        <p:spPr>
          <a:xfrm rot="-5400000">
            <a:off x="7527667" y="1431666"/>
            <a:ext cx="2743200" cy="184666"/>
          </a:xfrm>
          <a:prstGeom prst="rect">
            <a:avLst/>
          </a:prstGeom>
          <a:noFill/>
          <a:ln>
            <a:noFill/>
          </a:ln>
        </p:spPr>
        <p:txBody>
          <a:bodyPr spcFirstLastPara="1" wrap="square" lIns="91425" tIns="45700" rIns="91425" bIns="45700" anchor="t" anchorCtr="0">
            <a:spAutoFit/>
          </a:bodyPr>
          <a:lstStyle>
            <a:lvl1pPr marL="457200" lvl="0" indent="-228600" algn="r">
              <a:lnSpc>
                <a:spcPct val="100000"/>
              </a:lnSpc>
              <a:spcBef>
                <a:spcPts val="0"/>
              </a:spcBef>
              <a:spcAft>
                <a:spcPts val="0"/>
              </a:spcAft>
              <a:buClr>
                <a:srgbClr val="FFFFFF"/>
              </a:buClr>
              <a:buSzPts val="600"/>
              <a:buNone/>
              <a:defRPr sz="600">
                <a:solidFill>
                  <a:srgbClr val="FFFFFF"/>
                </a:solidFill>
              </a:defRPr>
            </a:lvl1pPr>
            <a:lvl2pPr marL="914400" lvl="1" indent="-228600" algn="l">
              <a:lnSpc>
                <a:spcPct val="100000"/>
              </a:lnSpc>
              <a:spcBef>
                <a:spcPts val="1200"/>
              </a:spcBef>
              <a:spcAft>
                <a:spcPts val="0"/>
              </a:spcAft>
              <a:buClr>
                <a:schemeClr val="lt1"/>
              </a:buClr>
              <a:buSzPts val="1800"/>
              <a:buNone/>
              <a:defRPr sz="1800">
                <a:solidFill>
                  <a:schemeClr val="lt1"/>
                </a:solidFill>
              </a:defRPr>
            </a:lvl2pPr>
            <a:lvl3pPr marL="1371600" lvl="2" indent="-228600" algn="l">
              <a:lnSpc>
                <a:spcPct val="100000"/>
              </a:lnSpc>
              <a:spcBef>
                <a:spcPts val="1200"/>
              </a:spcBef>
              <a:spcAft>
                <a:spcPts val="0"/>
              </a:spcAft>
              <a:buClr>
                <a:schemeClr val="lt1"/>
              </a:buClr>
              <a:buSzPts val="1600"/>
              <a:buNone/>
              <a:defRPr sz="1600">
                <a:solidFill>
                  <a:schemeClr val="lt1"/>
                </a:solidFill>
              </a:defRPr>
            </a:lvl3pPr>
            <a:lvl4pPr marL="1828800" lvl="3" indent="-228600" algn="l">
              <a:lnSpc>
                <a:spcPct val="100000"/>
              </a:lnSpc>
              <a:spcBef>
                <a:spcPts val="280"/>
              </a:spcBef>
              <a:spcAft>
                <a:spcPts val="0"/>
              </a:spcAft>
              <a:buClr>
                <a:schemeClr val="lt1"/>
              </a:buClr>
              <a:buSzPts val="1400"/>
              <a:buNone/>
              <a:defRPr sz="1400">
                <a:solidFill>
                  <a:schemeClr val="lt1"/>
                </a:solidFill>
              </a:defRPr>
            </a:lvl4pPr>
            <a:lvl5pPr marL="2286000" lvl="4" indent="-228600" algn="l">
              <a:lnSpc>
                <a:spcPct val="100000"/>
              </a:lnSpc>
              <a:spcBef>
                <a:spcPts val="240"/>
              </a:spcBef>
              <a:spcAft>
                <a:spcPts val="0"/>
              </a:spcAft>
              <a:buClr>
                <a:schemeClr val="lt1"/>
              </a:buClr>
              <a:buSzPts val="1200"/>
              <a:buNone/>
              <a:defRPr sz="1200">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ue/White Title + Left Photo">
  <p:cSld name="Blue/White Title + Left Photo">
    <p:bg>
      <p:bgPr>
        <a:solidFill>
          <a:schemeClr val="lt1"/>
        </a:solidFill>
        <a:effectLst/>
      </p:bgPr>
    </p:bg>
    <p:spTree>
      <p:nvGrpSpPr>
        <p:cNvPr id="1" name="Shape 182"/>
        <p:cNvGrpSpPr/>
        <p:nvPr/>
      </p:nvGrpSpPr>
      <p:grpSpPr>
        <a:xfrm>
          <a:off x="0" y="0"/>
          <a:ext cx="0" cy="0"/>
          <a:chOff x="0" y="0"/>
          <a:chExt cx="0" cy="0"/>
        </a:xfrm>
      </p:grpSpPr>
      <p:sp>
        <p:nvSpPr>
          <p:cNvPr id="183" name="Google Shape;183;p32"/>
          <p:cNvSpPr>
            <a:spLocks noGrp="1"/>
          </p:cNvSpPr>
          <p:nvPr>
            <p:ph type="pic" idx="2"/>
          </p:nvPr>
        </p:nvSpPr>
        <p:spPr>
          <a:xfrm>
            <a:off x="152400" y="152400"/>
            <a:ext cx="4419600" cy="6553200"/>
          </a:xfrm>
          <a:prstGeom prst="rect">
            <a:avLst/>
          </a:prstGeom>
          <a:solidFill>
            <a:srgbClr val="E7E7E5"/>
          </a:solidFill>
          <a:ln>
            <a:noFill/>
          </a:ln>
        </p:spPr>
      </p:sp>
      <p:sp>
        <p:nvSpPr>
          <p:cNvPr id="184" name="Google Shape;184;p32"/>
          <p:cNvSpPr txBox="1">
            <a:spLocks noGrp="1"/>
          </p:cNvSpPr>
          <p:nvPr>
            <p:ph type="dt" idx="10"/>
          </p:nvPr>
        </p:nvSpPr>
        <p:spPr>
          <a:xfrm>
            <a:off x="152400" y="6520934"/>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5" name="Google Shape;185;p32"/>
          <p:cNvSpPr txBox="1">
            <a:spLocks noGrp="1"/>
          </p:cNvSpPr>
          <p:nvPr>
            <p:ph type="sldNum" idx="12"/>
          </p:nvPr>
        </p:nvSpPr>
        <p:spPr>
          <a:xfrm>
            <a:off x="6858000" y="6520934"/>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6C6463"/>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86" name="Google Shape;186;p32"/>
          <p:cNvSpPr txBox="1">
            <a:spLocks noGrp="1"/>
          </p:cNvSpPr>
          <p:nvPr>
            <p:ph type="body" idx="1"/>
          </p:nvPr>
        </p:nvSpPr>
        <p:spPr>
          <a:xfrm rot="-5400000">
            <a:off x="3108067" y="1431666"/>
            <a:ext cx="2743200" cy="184666"/>
          </a:xfrm>
          <a:prstGeom prst="rect">
            <a:avLst/>
          </a:prstGeom>
          <a:noFill/>
          <a:ln>
            <a:noFill/>
          </a:ln>
        </p:spPr>
        <p:txBody>
          <a:bodyPr spcFirstLastPara="1" wrap="square" lIns="91425" tIns="45700" rIns="91425" bIns="45700" anchor="t" anchorCtr="0">
            <a:spAutoFit/>
          </a:bodyPr>
          <a:lstStyle>
            <a:lvl1pPr marL="457200" lvl="0" indent="-228600" algn="r">
              <a:lnSpc>
                <a:spcPct val="100000"/>
              </a:lnSpc>
              <a:spcBef>
                <a:spcPts val="0"/>
              </a:spcBef>
              <a:spcAft>
                <a:spcPts val="0"/>
              </a:spcAft>
              <a:buClr>
                <a:srgbClr val="FFFFFF"/>
              </a:buClr>
              <a:buSzPts val="600"/>
              <a:buNone/>
              <a:defRPr sz="600">
                <a:solidFill>
                  <a:srgbClr val="FFFFFF"/>
                </a:solidFill>
              </a:defRPr>
            </a:lvl1pPr>
            <a:lvl2pPr marL="914400" lvl="1" indent="-228600" algn="l">
              <a:lnSpc>
                <a:spcPct val="100000"/>
              </a:lnSpc>
              <a:spcBef>
                <a:spcPts val="1200"/>
              </a:spcBef>
              <a:spcAft>
                <a:spcPts val="0"/>
              </a:spcAft>
              <a:buClr>
                <a:schemeClr val="lt1"/>
              </a:buClr>
              <a:buSzPts val="1800"/>
              <a:buNone/>
              <a:defRPr sz="1800">
                <a:solidFill>
                  <a:schemeClr val="lt1"/>
                </a:solidFill>
              </a:defRPr>
            </a:lvl2pPr>
            <a:lvl3pPr marL="1371600" lvl="2" indent="-228600" algn="l">
              <a:lnSpc>
                <a:spcPct val="100000"/>
              </a:lnSpc>
              <a:spcBef>
                <a:spcPts val="1200"/>
              </a:spcBef>
              <a:spcAft>
                <a:spcPts val="0"/>
              </a:spcAft>
              <a:buClr>
                <a:schemeClr val="lt1"/>
              </a:buClr>
              <a:buSzPts val="1600"/>
              <a:buNone/>
              <a:defRPr sz="1600">
                <a:solidFill>
                  <a:schemeClr val="lt1"/>
                </a:solidFill>
              </a:defRPr>
            </a:lvl3pPr>
            <a:lvl4pPr marL="1828800" lvl="3" indent="-228600" algn="l">
              <a:lnSpc>
                <a:spcPct val="100000"/>
              </a:lnSpc>
              <a:spcBef>
                <a:spcPts val="280"/>
              </a:spcBef>
              <a:spcAft>
                <a:spcPts val="0"/>
              </a:spcAft>
              <a:buClr>
                <a:schemeClr val="lt1"/>
              </a:buClr>
              <a:buSzPts val="1400"/>
              <a:buNone/>
              <a:defRPr sz="1400">
                <a:solidFill>
                  <a:schemeClr val="lt1"/>
                </a:solidFill>
              </a:defRPr>
            </a:lvl4pPr>
            <a:lvl5pPr marL="2286000" lvl="4" indent="-228600" algn="l">
              <a:lnSpc>
                <a:spcPct val="100000"/>
              </a:lnSpc>
              <a:spcBef>
                <a:spcPts val="240"/>
              </a:spcBef>
              <a:spcAft>
                <a:spcPts val="0"/>
              </a:spcAft>
              <a:buClr>
                <a:schemeClr val="lt1"/>
              </a:buClr>
              <a:buSzPts val="1200"/>
              <a:buNone/>
              <a:defRPr sz="1200">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7" name="Google Shape;187;p32"/>
          <p:cNvSpPr txBox="1">
            <a:spLocks noGrp="1"/>
          </p:cNvSpPr>
          <p:nvPr>
            <p:ph type="title"/>
          </p:nvPr>
        </p:nvSpPr>
        <p:spPr>
          <a:xfrm>
            <a:off x="4877104" y="2971800"/>
            <a:ext cx="3885896" cy="954107"/>
          </a:xfrm>
          <a:prstGeom prst="rect">
            <a:avLst/>
          </a:prstGeom>
          <a:noFill/>
          <a:ln>
            <a:noFill/>
          </a:ln>
        </p:spPr>
        <p:txBody>
          <a:bodyPr spcFirstLastPara="1" wrap="square" lIns="91425" tIns="45700" rIns="91425" bIns="45700" anchor="ctr" anchorCtr="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Red/Gray 1 Content + Right Photo">
  <p:cSld name="1_Red/Gray 1 Content + Right Photo">
    <p:bg>
      <p:bgPr>
        <a:solidFill>
          <a:srgbClr val="E7E7E5"/>
        </a:solidFill>
        <a:effectLst/>
      </p:bgPr>
    </p:bg>
    <p:spTree>
      <p:nvGrpSpPr>
        <p:cNvPr id="1" name="Shape 188"/>
        <p:cNvGrpSpPr/>
        <p:nvPr/>
      </p:nvGrpSpPr>
      <p:grpSpPr>
        <a:xfrm>
          <a:off x="0" y="0"/>
          <a:ext cx="0" cy="0"/>
          <a:chOff x="0" y="0"/>
          <a:chExt cx="0" cy="0"/>
        </a:xfrm>
      </p:grpSpPr>
      <p:sp>
        <p:nvSpPr>
          <p:cNvPr id="189" name="Google Shape;189;p33"/>
          <p:cNvSpPr txBox="1">
            <a:spLocks noGrp="1"/>
          </p:cNvSpPr>
          <p:nvPr>
            <p:ph type="dt" idx="10"/>
          </p:nvPr>
        </p:nvSpPr>
        <p:spPr>
          <a:xfrm>
            <a:off x="152400" y="6520934"/>
            <a:ext cx="2133600" cy="184666"/>
          </a:xfrm>
          <a:prstGeom prst="rect">
            <a:avLst/>
          </a:prstGeom>
          <a:noFill/>
          <a:ln>
            <a:noFill/>
          </a:ln>
        </p:spPr>
        <p:txBody>
          <a:bodyPr spcFirstLastPara="1" wrap="square" lIns="91425" tIns="45700" rIns="91425" bIns="45700" anchor="ctr"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6C6463"/>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0" name="Google Shape;190;p33"/>
          <p:cNvSpPr txBox="1">
            <a:spLocks noGrp="1"/>
          </p:cNvSpPr>
          <p:nvPr>
            <p:ph type="sldNum" idx="12"/>
          </p:nvPr>
        </p:nvSpPr>
        <p:spPr>
          <a:xfrm>
            <a:off x="6858000" y="6520934"/>
            <a:ext cx="2133600" cy="184666"/>
          </a:xfrm>
          <a:prstGeom prst="rect">
            <a:avLst/>
          </a:prstGeom>
          <a:noFill/>
          <a:ln>
            <a:noFill/>
          </a:ln>
        </p:spPr>
        <p:txBody>
          <a:bodyPr spcFirstLastPara="1" wrap="square" lIns="91425" tIns="45700" rIns="91425" bIns="45700" anchor="ctr" anchorCtr="0">
            <a:sp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FFFFFF"/>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91" name="Google Shape;191;p33"/>
          <p:cNvSpPr txBox="1">
            <a:spLocks noGrp="1"/>
          </p:cNvSpPr>
          <p:nvPr>
            <p:ph type="body" idx="1"/>
          </p:nvPr>
        </p:nvSpPr>
        <p:spPr>
          <a:xfrm>
            <a:off x="685800" y="2057401"/>
            <a:ext cx="3657600" cy="4114799"/>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0"/>
              </a:spcBef>
              <a:spcAft>
                <a:spcPts val="0"/>
              </a:spcAft>
              <a:buSzPts val="2000"/>
              <a:buChar char="•"/>
              <a:defRPr sz="2000">
                <a:solidFill>
                  <a:srgbClr val="6C6463"/>
                </a:solidFill>
              </a:defRPr>
            </a:lvl1pPr>
            <a:lvl2pPr marL="914400" lvl="1" indent="-355600" algn="l">
              <a:lnSpc>
                <a:spcPct val="100000"/>
              </a:lnSpc>
              <a:spcBef>
                <a:spcPts val="1200"/>
              </a:spcBef>
              <a:spcAft>
                <a:spcPts val="0"/>
              </a:spcAft>
              <a:buSzPts val="2000"/>
              <a:buChar char="–"/>
              <a:defRPr sz="1800">
                <a:solidFill>
                  <a:srgbClr val="6C6463"/>
                </a:solidFill>
              </a:defRPr>
            </a:lvl2pPr>
            <a:lvl3pPr marL="1371600" lvl="2" indent="-342900" algn="l">
              <a:lnSpc>
                <a:spcPct val="100000"/>
              </a:lnSpc>
              <a:spcBef>
                <a:spcPts val="1200"/>
              </a:spcBef>
              <a:spcAft>
                <a:spcPts val="0"/>
              </a:spcAft>
              <a:buSzPts val="1800"/>
              <a:buChar char="•"/>
              <a:defRPr sz="1600">
                <a:solidFill>
                  <a:srgbClr val="6C6463"/>
                </a:solidFill>
              </a:defRPr>
            </a:lvl3pPr>
            <a:lvl4pPr marL="1828800" lvl="3" indent="-330200" algn="l">
              <a:lnSpc>
                <a:spcPct val="100000"/>
              </a:lnSpc>
              <a:spcBef>
                <a:spcPts val="320"/>
              </a:spcBef>
              <a:spcAft>
                <a:spcPts val="0"/>
              </a:spcAft>
              <a:buSzPts val="1600"/>
              <a:buChar char="–"/>
              <a:defRPr sz="1400">
                <a:solidFill>
                  <a:srgbClr val="6C6463"/>
                </a:solidFill>
              </a:defRPr>
            </a:lvl4pPr>
            <a:lvl5pPr marL="2286000" lvl="4" indent="-317500" algn="l">
              <a:lnSpc>
                <a:spcPct val="100000"/>
              </a:lnSpc>
              <a:spcBef>
                <a:spcPts val="280"/>
              </a:spcBef>
              <a:spcAft>
                <a:spcPts val="0"/>
              </a:spcAft>
              <a:buSzPts val="1400"/>
              <a:buChar char="»"/>
              <a:defRPr>
                <a:solidFill>
                  <a:srgbClr val="FFFFFF"/>
                </a:solidFill>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192" name="Google Shape;192;p33"/>
          <p:cNvSpPr txBox="1">
            <a:spLocks noGrp="1"/>
          </p:cNvSpPr>
          <p:nvPr>
            <p:ph type="title"/>
          </p:nvPr>
        </p:nvSpPr>
        <p:spPr>
          <a:xfrm>
            <a:off x="685800" y="843985"/>
            <a:ext cx="3657296" cy="954107"/>
          </a:xfrm>
          <a:prstGeom prst="rect">
            <a:avLst/>
          </a:prstGeom>
          <a:noFill/>
          <a:ln>
            <a:noFill/>
          </a:ln>
        </p:spPr>
        <p:txBody>
          <a:bodyPr spcFirstLastPara="1" wrap="square" lIns="91425" tIns="45700" rIns="91425" bIns="45700" anchor="b" anchorCtr="0">
            <a:spAutoFit/>
          </a:bodyPr>
          <a:lstStyle>
            <a:lvl1pPr lvl="0" algn="l">
              <a:lnSpc>
                <a:spcPct val="100000"/>
              </a:lnSpc>
              <a:spcBef>
                <a:spcPts val="0"/>
              </a:spcBef>
              <a:spcAft>
                <a:spcPts val="0"/>
              </a:spcAft>
              <a:buSzPts val="2800"/>
              <a:buNone/>
              <a:defRPr cap="none">
                <a:solidFill>
                  <a:srgbClr val="BA0C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33"/>
          <p:cNvSpPr txBox="1">
            <a:spLocks noGrp="1"/>
          </p:cNvSpPr>
          <p:nvPr>
            <p:ph type="body" idx="2"/>
          </p:nvPr>
        </p:nvSpPr>
        <p:spPr>
          <a:xfrm rot="-5400000">
            <a:off x="7527667" y="1431666"/>
            <a:ext cx="2743200" cy="184666"/>
          </a:xfrm>
          <a:prstGeom prst="rect">
            <a:avLst/>
          </a:prstGeom>
          <a:noFill/>
          <a:ln>
            <a:noFill/>
          </a:ln>
        </p:spPr>
        <p:txBody>
          <a:bodyPr spcFirstLastPara="1" wrap="square" lIns="91425" tIns="45700" rIns="91425" bIns="45700" anchor="t" anchorCtr="0">
            <a:spAutoFit/>
          </a:bodyPr>
          <a:lstStyle>
            <a:lvl1pPr marL="457200" lvl="0" indent="-228600" algn="r">
              <a:lnSpc>
                <a:spcPct val="100000"/>
              </a:lnSpc>
              <a:spcBef>
                <a:spcPts val="0"/>
              </a:spcBef>
              <a:spcAft>
                <a:spcPts val="0"/>
              </a:spcAft>
              <a:buSzPts val="2000"/>
              <a:buNone/>
              <a:defRPr sz="600">
                <a:solidFill>
                  <a:srgbClr val="FFFFFF"/>
                </a:solidFill>
              </a:defRPr>
            </a:lvl1pPr>
            <a:lvl2pPr marL="914400" lvl="1" indent="-228600" algn="l">
              <a:lnSpc>
                <a:spcPct val="100000"/>
              </a:lnSpc>
              <a:spcBef>
                <a:spcPts val="1200"/>
              </a:spcBef>
              <a:spcAft>
                <a:spcPts val="0"/>
              </a:spcAft>
              <a:buSzPts val="2000"/>
              <a:buNone/>
              <a:defRPr sz="1800">
                <a:solidFill>
                  <a:schemeClr val="lt1"/>
                </a:solidFill>
              </a:defRPr>
            </a:lvl2pPr>
            <a:lvl3pPr marL="1371600" lvl="2" indent="-228600" algn="l">
              <a:lnSpc>
                <a:spcPct val="100000"/>
              </a:lnSpc>
              <a:spcBef>
                <a:spcPts val="1200"/>
              </a:spcBef>
              <a:spcAft>
                <a:spcPts val="0"/>
              </a:spcAft>
              <a:buSzPts val="1800"/>
              <a:buNone/>
              <a:defRPr sz="1600">
                <a:solidFill>
                  <a:schemeClr val="lt1"/>
                </a:solidFill>
              </a:defRPr>
            </a:lvl3pPr>
            <a:lvl4pPr marL="1828800" lvl="3" indent="-228600" algn="l">
              <a:lnSpc>
                <a:spcPct val="100000"/>
              </a:lnSpc>
              <a:spcBef>
                <a:spcPts val="320"/>
              </a:spcBef>
              <a:spcAft>
                <a:spcPts val="0"/>
              </a:spcAft>
              <a:buSzPts val="1600"/>
              <a:buNone/>
              <a:defRPr sz="1400">
                <a:solidFill>
                  <a:schemeClr val="lt1"/>
                </a:solidFill>
              </a:defRPr>
            </a:lvl4pPr>
            <a:lvl5pPr marL="2286000" lvl="4" indent="-228600" algn="l">
              <a:lnSpc>
                <a:spcPct val="100000"/>
              </a:lnSpc>
              <a:spcBef>
                <a:spcPts val="280"/>
              </a:spcBef>
              <a:spcAft>
                <a:spcPts val="0"/>
              </a:spcAft>
              <a:buSzPts val="1400"/>
              <a:buNone/>
              <a:defRPr sz="1200">
                <a:solidFill>
                  <a:schemeClr val="lt1"/>
                </a:solidFill>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194" name="Google Shape;194;p33"/>
          <p:cNvSpPr/>
          <p:nvPr/>
        </p:nvSpPr>
        <p:spPr>
          <a:xfrm>
            <a:off x="4572000" y="0"/>
            <a:ext cx="457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7E7E5"/>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86104" y="457200"/>
            <a:ext cx="7772400" cy="91440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rgbClr val="BA0C2F"/>
              </a:buClr>
              <a:buSzPts val="2800"/>
              <a:buFont typeface="Gill Sans"/>
              <a:buNone/>
              <a:defRPr sz="2800" b="0" i="0" u="none" strike="noStrike" cap="none">
                <a:solidFill>
                  <a:srgbClr val="BA0C2F"/>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685800" y="1600200"/>
            <a:ext cx="7772400" cy="4114800"/>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00000"/>
              </a:lnSpc>
              <a:spcBef>
                <a:spcPts val="0"/>
              </a:spcBef>
              <a:spcAft>
                <a:spcPts val="0"/>
              </a:spcAft>
              <a:buClr>
                <a:srgbClr val="635C5B"/>
              </a:buClr>
              <a:buSzPts val="2000"/>
              <a:buFont typeface="Arial"/>
              <a:buChar char="•"/>
              <a:defRPr sz="2000" b="0" i="0" u="none" strike="noStrike" cap="none">
                <a:solidFill>
                  <a:srgbClr val="635C5B"/>
                </a:solidFill>
                <a:latin typeface="Gill Sans"/>
                <a:ea typeface="Gill Sans"/>
                <a:cs typeface="Gill Sans"/>
                <a:sym typeface="Gill Sans"/>
              </a:defRPr>
            </a:lvl1pPr>
            <a:lvl2pPr marL="914400" marR="0" lvl="1" indent="-355600" algn="l" rtl="0">
              <a:lnSpc>
                <a:spcPct val="100000"/>
              </a:lnSpc>
              <a:spcBef>
                <a:spcPts val="1200"/>
              </a:spcBef>
              <a:spcAft>
                <a:spcPts val="0"/>
              </a:spcAft>
              <a:buClr>
                <a:srgbClr val="635C5B"/>
              </a:buClr>
              <a:buSzPts val="2000"/>
              <a:buFont typeface="Arial"/>
              <a:buChar char="–"/>
              <a:defRPr sz="2000" b="0" i="0" u="none" strike="noStrike" cap="none">
                <a:solidFill>
                  <a:srgbClr val="635C5B"/>
                </a:solidFill>
                <a:latin typeface="Gill Sans"/>
                <a:ea typeface="Gill Sans"/>
                <a:cs typeface="Gill Sans"/>
                <a:sym typeface="Gill Sans"/>
              </a:defRPr>
            </a:lvl2pPr>
            <a:lvl3pPr marL="1371600" marR="0" lvl="2" indent="-342900" algn="l" rtl="0">
              <a:lnSpc>
                <a:spcPct val="100000"/>
              </a:lnSpc>
              <a:spcBef>
                <a:spcPts val="1200"/>
              </a:spcBef>
              <a:spcAft>
                <a:spcPts val="0"/>
              </a:spcAft>
              <a:buClr>
                <a:srgbClr val="6C6463"/>
              </a:buClr>
              <a:buSzPts val="1800"/>
              <a:buFont typeface="Arial"/>
              <a:buChar char="•"/>
              <a:defRPr sz="1800" b="0" i="0" u="none" strike="noStrike" cap="none">
                <a:solidFill>
                  <a:srgbClr val="6C6463"/>
                </a:solidFill>
                <a:latin typeface="Gill Sans"/>
                <a:ea typeface="Gill Sans"/>
                <a:cs typeface="Gill Sans"/>
                <a:sym typeface="Gill Sans"/>
              </a:defRPr>
            </a:lvl3pPr>
            <a:lvl4pPr marL="1828800" marR="0" lvl="3" indent="-330200" algn="l" rtl="0">
              <a:lnSpc>
                <a:spcPct val="100000"/>
              </a:lnSpc>
              <a:spcBef>
                <a:spcPts val="320"/>
              </a:spcBef>
              <a:spcAft>
                <a:spcPts val="0"/>
              </a:spcAft>
              <a:buClr>
                <a:srgbClr val="6C6463"/>
              </a:buClr>
              <a:buSzPts val="1600"/>
              <a:buFont typeface="Arial"/>
              <a:buChar char="–"/>
              <a:defRPr sz="1600" b="0" i="0" u="none" strike="noStrike" cap="none">
                <a:solidFill>
                  <a:srgbClr val="6C6463"/>
                </a:solidFill>
                <a:latin typeface="Gill Sans"/>
                <a:ea typeface="Gill Sans"/>
                <a:cs typeface="Gill Sans"/>
                <a:sym typeface="Gill Sans"/>
              </a:defRPr>
            </a:lvl4pPr>
            <a:lvl5pPr marL="2286000" marR="0" lvl="4" indent="-317500" algn="l" rtl="0">
              <a:lnSpc>
                <a:spcPct val="100000"/>
              </a:lnSpc>
              <a:spcBef>
                <a:spcPts val="280"/>
              </a:spcBef>
              <a:spcAft>
                <a:spcPts val="0"/>
              </a:spcAft>
              <a:buClr>
                <a:srgbClr val="6C6463"/>
              </a:buClr>
              <a:buSzPts val="1400"/>
              <a:buFont typeface="Arial"/>
              <a:buChar char="»"/>
              <a:defRPr sz="1400" b="0" i="0" u="none" strike="noStrike" cap="none">
                <a:solidFill>
                  <a:srgbClr val="6C6463"/>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9pPr>
          </a:lstStyle>
          <a:p>
            <a:endParaRPr/>
          </a:p>
        </p:txBody>
      </p:sp>
      <p:sp>
        <p:nvSpPr>
          <p:cNvPr id="12" name="Google Shape;12;p1"/>
          <p:cNvSpPr/>
          <p:nvPr/>
        </p:nvSpPr>
        <p:spPr>
          <a:xfrm>
            <a:off x="0" y="0"/>
            <a:ext cx="9144000" cy="6858000"/>
          </a:xfrm>
          <a:prstGeom prst="frame">
            <a:avLst>
              <a:gd name="adj1" fmla="val 2222"/>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4"/>
          <p:cNvSpPr txBox="1"/>
          <p:nvPr/>
        </p:nvSpPr>
        <p:spPr>
          <a:xfrm>
            <a:off x="152400" y="3100211"/>
            <a:ext cx="8839200" cy="2369839"/>
          </a:xfrm>
          <a:prstGeom prst="rect">
            <a:avLst/>
          </a:prstGeom>
          <a:solidFill>
            <a:schemeClr val="dk1">
              <a:alpha val="46274"/>
            </a:scheme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3200"/>
              <a:buFont typeface="Gill Sans"/>
              <a:buNone/>
            </a:pPr>
            <a:endParaRPr sz="3700" b="0" i="0" u="none" strike="noStrike" cap="none">
              <a:solidFill>
                <a:schemeClr val="lt1"/>
              </a:solidFill>
              <a:latin typeface="Gill Sans"/>
              <a:ea typeface="Gill Sans"/>
              <a:cs typeface="Gill Sans"/>
              <a:sym typeface="Gill Sans"/>
            </a:endParaRPr>
          </a:p>
          <a:p>
            <a:pPr marL="0" marR="0" lvl="0" indent="0" algn="l" rtl="0">
              <a:lnSpc>
                <a:spcPct val="100000"/>
              </a:lnSpc>
              <a:spcBef>
                <a:spcPts val="0"/>
              </a:spcBef>
              <a:spcAft>
                <a:spcPts val="0"/>
              </a:spcAft>
              <a:buClr>
                <a:srgbClr val="FFFFFF"/>
              </a:buClr>
              <a:buSzPts val="3200"/>
              <a:buFont typeface="Gill Sans"/>
              <a:buNone/>
            </a:pPr>
            <a:endParaRPr sz="3700" b="0" i="0" u="none" strike="noStrike" cap="none">
              <a:solidFill>
                <a:schemeClr val="lt1"/>
              </a:solidFill>
              <a:latin typeface="Gill Sans"/>
              <a:ea typeface="Gill Sans"/>
              <a:cs typeface="Gill Sans"/>
              <a:sym typeface="Gill Sans"/>
            </a:endParaRPr>
          </a:p>
          <a:p>
            <a:pPr marL="0" marR="0" lvl="0" indent="0" algn="l" rtl="0">
              <a:lnSpc>
                <a:spcPct val="100000"/>
              </a:lnSpc>
              <a:spcBef>
                <a:spcPts val="0"/>
              </a:spcBef>
              <a:spcAft>
                <a:spcPts val="0"/>
              </a:spcAft>
              <a:buClr>
                <a:srgbClr val="FFFFFF"/>
              </a:buClr>
              <a:buSzPts val="3200"/>
              <a:buFont typeface="Gill Sans"/>
              <a:buNone/>
            </a:pPr>
            <a:endParaRPr sz="3700" b="0" i="0" u="none" strike="noStrike" cap="none">
              <a:solidFill>
                <a:schemeClr val="lt1"/>
              </a:solidFill>
              <a:latin typeface="Gill Sans"/>
              <a:ea typeface="Gill Sans"/>
              <a:cs typeface="Gill Sans"/>
              <a:sym typeface="Gill Sans"/>
            </a:endParaRPr>
          </a:p>
          <a:p>
            <a:pPr marL="0" marR="0" lvl="0" indent="0" algn="l" rtl="0">
              <a:lnSpc>
                <a:spcPct val="100000"/>
              </a:lnSpc>
              <a:spcBef>
                <a:spcPts val="0"/>
              </a:spcBef>
              <a:spcAft>
                <a:spcPts val="0"/>
              </a:spcAft>
              <a:buClr>
                <a:srgbClr val="FFFFFF"/>
              </a:buClr>
              <a:buSzPts val="3200"/>
              <a:buFont typeface="Gill Sans"/>
              <a:buNone/>
            </a:pPr>
            <a:endParaRPr sz="3700" b="0" i="0" u="none" strike="noStrike" cap="none">
              <a:solidFill>
                <a:schemeClr val="lt1"/>
              </a:solidFill>
              <a:latin typeface="Gill Sans"/>
              <a:ea typeface="Gill Sans"/>
              <a:cs typeface="Gill Sans"/>
              <a:sym typeface="Gill Sans"/>
            </a:endParaRPr>
          </a:p>
        </p:txBody>
      </p:sp>
      <p:sp>
        <p:nvSpPr>
          <p:cNvPr id="200" name="Google Shape;200;p34"/>
          <p:cNvSpPr txBox="1">
            <a:spLocks noGrp="1"/>
          </p:cNvSpPr>
          <p:nvPr>
            <p:ph type="ctrTitle"/>
          </p:nvPr>
        </p:nvSpPr>
        <p:spPr>
          <a:xfrm>
            <a:off x="685800" y="3374040"/>
            <a:ext cx="7767320" cy="79972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FFFFFF"/>
              </a:buClr>
              <a:buSzPct val="122605"/>
              <a:buFont typeface="Gill Sans"/>
              <a:buNone/>
            </a:pPr>
            <a:r>
              <a:rPr lang="en-US" sz="2500" b="1" i="0" u="none" strike="noStrike" cap="none" dirty="0">
                <a:solidFill>
                  <a:schemeClr val="lt1"/>
                </a:solidFill>
              </a:rPr>
              <a:t>WOMEN’S POLITICAL PARTICIPATION AND LEADERSHIP ASSESSMENT: </a:t>
            </a:r>
            <a:r>
              <a:rPr lang="en-US" sz="2500" dirty="0">
                <a:solidFill>
                  <a:schemeClr val="lt1"/>
                </a:solidFill>
              </a:rPr>
              <a:t>KYRGYZ REPUBLIC</a:t>
            </a:r>
            <a:br>
              <a:rPr lang="en-US" sz="2500" b="0" i="0" u="none" strike="noStrike" cap="none" dirty="0">
                <a:solidFill>
                  <a:srgbClr val="000000"/>
                </a:solidFill>
              </a:rPr>
            </a:br>
            <a:endParaRPr sz="2500" dirty="0"/>
          </a:p>
        </p:txBody>
      </p:sp>
      <p:sp>
        <p:nvSpPr>
          <p:cNvPr id="201" name="Google Shape;201;p34"/>
          <p:cNvSpPr txBox="1">
            <a:spLocks noGrp="1"/>
          </p:cNvSpPr>
          <p:nvPr>
            <p:ph type="subTitle" idx="1"/>
          </p:nvPr>
        </p:nvSpPr>
        <p:spPr>
          <a:xfrm>
            <a:off x="585439" y="4304371"/>
            <a:ext cx="3429000" cy="981307"/>
          </a:xfrm>
          <a:prstGeom prst="rect">
            <a:avLst/>
          </a:prstGeom>
          <a:noFill/>
          <a:ln>
            <a:noFill/>
          </a:ln>
        </p:spPr>
        <p:txBody>
          <a:bodyPr spcFirstLastPara="1" wrap="square" lIns="91425" tIns="45700" rIns="91425" bIns="45700" anchor="t" anchorCtr="0">
            <a:normAutofit/>
          </a:bodyPr>
          <a:lstStyle/>
          <a:p>
            <a:pPr marL="457200" lvl="0" indent="-355600" algn="l" rtl="0">
              <a:lnSpc>
                <a:spcPct val="100000"/>
              </a:lnSpc>
              <a:spcBef>
                <a:spcPts val="0"/>
              </a:spcBef>
              <a:spcAft>
                <a:spcPts val="0"/>
              </a:spcAft>
              <a:buClr>
                <a:srgbClr val="FFFFFF"/>
              </a:buClr>
              <a:buSzPts val="1800"/>
              <a:buNone/>
            </a:pPr>
            <a:r>
              <a:rPr lang="en-US" sz="2400" dirty="0">
                <a:solidFill>
                  <a:srgbClr val="D8D8D8"/>
                </a:solidFill>
              </a:rPr>
              <a:t>Findings Presentation</a:t>
            </a:r>
            <a:endParaRPr dirty="0"/>
          </a:p>
          <a:p>
            <a:pPr marL="457200" lvl="0" indent="-355600" algn="l" rtl="0">
              <a:lnSpc>
                <a:spcPct val="100000"/>
              </a:lnSpc>
              <a:spcBef>
                <a:spcPts val="1800"/>
              </a:spcBef>
              <a:spcAft>
                <a:spcPts val="0"/>
              </a:spcAft>
              <a:buSzPts val="1800"/>
              <a:buNone/>
            </a:pPr>
            <a:r>
              <a:rPr lang="en-US" dirty="0">
                <a:solidFill>
                  <a:srgbClr val="D8D8D8"/>
                </a:solidFill>
              </a:rPr>
              <a:t>Date: 2023</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5"/>
          <p:cNvSpPr txBox="1">
            <a:spLocks noGrp="1"/>
          </p:cNvSpPr>
          <p:nvPr>
            <p:ph type="body" idx="1"/>
          </p:nvPr>
        </p:nvSpPr>
        <p:spPr>
          <a:xfrm>
            <a:off x="685800" y="1964511"/>
            <a:ext cx="7772400" cy="3532775"/>
          </a:xfrm>
          <a:prstGeom prst="rect">
            <a:avLst/>
          </a:prstGeom>
          <a:noFill/>
          <a:ln>
            <a:noFill/>
          </a:ln>
        </p:spPr>
        <p:txBody>
          <a:bodyPr spcFirstLastPara="1" wrap="square" lIns="0" tIns="0" rIns="91425" bIns="45700" anchor="t" anchorCtr="0">
            <a:normAutofit/>
          </a:bodyPr>
          <a:lstStyle/>
          <a:p>
            <a:pPr marL="101600" lvl="0" indent="0" algn="l" rtl="0">
              <a:lnSpc>
                <a:spcPct val="100000"/>
              </a:lnSpc>
              <a:spcBef>
                <a:spcPts val="200"/>
              </a:spcBef>
              <a:spcAft>
                <a:spcPts val="0"/>
              </a:spcAft>
              <a:buSzPts val="2000"/>
              <a:buNone/>
            </a:pPr>
            <a:r>
              <a:rPr lang="en-US"/>
              <a:t>-Assessment Purpose &amp; Approach </a:t>
            </a:r>
            <a:endParaRPr/>
          </a:p>
          <a:p>
            <a:pPr marL="101600" lvl="0" indent="0" algn="l" rtl="0">
              <a:lnSpc>
                <a:spcPct val="100000"/>
              </a:lnSpc>
              <a:spcBef>
                <a:spcPts val="200"/>
              </a:spcBef>
              <a:spcAft>
                <a:spcPts val="0"/>
              </a:spcAft>
              <a:buSzPts val="2000"/>
              <a:buNone/>
            </a:pPr>
            <a:r>
              <a:rPr lang="en-US"/>
              <a:t>-Methodology </a:t>
            </a:r>
            <a:endParaRPr/>
          </a:p>
          <a:p>
            <a:pPr marL="101600" lvl="0" indent="0" algn="l" rtl="0">
              <a:lnSpc>
                <a:spcPct val="100000"/>
              </a:lnSpc>
              <a:spcBef>
                <a:spcPts val="200"/>
              </a:spcBef>
              <a:spcAft>
                <a:spcPts val="0"/>
              </a:spcAft>
              <a:buSzPts val="2000"/>
              <a:buNone/>
            </a:pPr>
            <a:r>
              <a:rPr lang="en-US"/>
              <a:t>-Barriers &amp; Opportunities</a:t>
            </a:r>
            <a:endParaRPr/>
          </a:p>
          <a:p>
            <a:pPr marL="101600" lvl="0" indent="0" algn="l" rtl="0">
              <a:lnSpc>
                <a:spcPct val="100000"/>
              </a:lnSpc>
              <a:spcBef>
                <a:spcPts val="200"/>
              </a:spcBef>
              <a:spcAft>
                <a:spcPts val="0"/>
              </a:spcAft>
              <a:buSzPts val="2000"/>
              <a:buNone/>
            </a:pPr>
            <a:r>
              <a:rPr lang="en-US"/>
              <a:t>-Recommendations</a:t>
            </a:r>
            <a:endParaRPr/>
          </a:p>
        </p:txBody>
      </p:sp>
      <p:sp>
        <p:nvSpPr>
          <p:cNvPr id="207" name="Google Shape;207;p35"/>
          <p:cNvSpPr txBox="1">
            <a:spLocks noGrp="1"/>
          </p:cNvSpPr>
          <p:nvPr>
            <p:ph type="title"/>
          </p:nvPr>
        </p:nvSpPr>
        <p:spPr>
          <a:xfrm>
            <a:off x="686104" y="1082102"/>
            <a:ext cx="7772400" cy="64629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SzPts val="2800"/>
              <a:buNone/>
            </a:pPr>
            <a:r>
              <a:rPr lang="en-US"/>
              <a:t>AGENDA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6"/>
          <p:cNvSpPr txBox="1">
            <a:spLocks noGrp="1"/>
          </p:cNvSpPr>
          <p:nvPr>
            <p:ph type="body" idx="1"/>
          </p:nvPr>
        </p:nvSpPr>
        <p:spPr>
          <a:xfrm>
            <a:off x="685800" y="1528282"/>
            <a:ext cx="7772400" cy="45720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800"/>
              </a:spcBef>
              <a:spcAft>
                <a:spcPts val="0"/>
              </a:spcAft>
              <a:buSzPts val="1800"/>
              <a:buChar char="•"/>
            </a:pPr>
            <a:r>
              <a:rPr lang="en-US" dirty="0">
                <a:latin typeface="Gill Sans"/>
                <a:ea typeface="Gill Sans"/>
                <a:cs typeface="Gill Sans"/>
                <a:sym typeface="Gill Sans"/>
              </a:rPr>
              <a:t>The study of women’s political leadership in the Kyrgyz Republic investigated the barriers to and opportunities for expanding women’s participation and leadership in the political landscape. </a:t>
            </a:r>
            <a:endParaRPr dirty="0"/>
          </a:p>
          <a:p>
            <a:pPr marL="457200" lvl="0" indent="-342900" algn="l" rtl="0">
              <a:lnSpc>
                <a:spcPct val="100000"/>
              </a:lnSpc>
              <a:spcBef>
                <a:spcPts val="800"/>
              </a:spcBef>
              <a:spcAft>
                <a:spcPts val="0"/>
              </a:spcAft>
              <a:buSzPts val="1800"/>
              <a:buChar char="•"/>
            </a:pPr>
            <a:r>
              <a:rPr lang="en-US" dirty="0">
                <a:latin typeface="Gill Sans"/>
                <a:ea typeface="Gill Sans"/>
                <a:cs typeface="Gill Sans"/>
                <a:sym typeface="Gill Sans"/>
              </a:rPr>
              <a:t>It used the Women’s Political Participation and Leadership (WPPL) Assessment Framework to document women’s access to and power in politics along sociocultural, institutional, and individual dimensions.</a:t>
            </a:r>
            <a:endParaRPr dirty="0"/>
          </a:p>
          <a:p>
            <a:pPr marL="457200" lvl="0" indent="-342900" algn="l" rtl="0">
              <a:lnSpc>
                <a:spcPct val="100000"/>
              </a:lnSpc>
              <a:spcBef>
                <a:spcPts val="800"/>
              </a:spcBef>
              <a:spcAft>
                <a:spcPts val="0"/>
              </a:spcAft>
              <a:buSzPts val="1800"/>
              <a:buChar char="•"/>
            </a:pPr>
            <a:r>
              <a:rPr lang="en-US" dirty="0">
                <a:latin typeface="Gill Sans"/>
                <a:ea typeface="Gill Sans"/>
                <a:cs typeface="Gill Sans"/>
                <a:sym typeface="Gill Sans"/>
              </a:rPr>
              <a:t>The assessment analyzed WPPL through the lenses of access and power.</a:t>
            </a:r>
            <a:endParaRPr dirty="0"/>
          </a:p>
          <a:p>
            <a:pPr marL="457200" lvl="0" indent="-342900" algn="l" rtl="0">
              <a:lnSpc>
                <a:spcPct val="100000"/>
              </a:lnSpc>
              <a:spcBef>
                <a:spcPts val="800"/>
              </a:spcBef>
              <a:spcAft>
                <a:spcPts val="0"/>
              </a:spcAft>
              <a:buSzPts val="1800"/>
              <a:buChar char="•"/>
            </a:pPr>
            <a:r>
              <a:rPr lang="en-US" dirty="0">
                <a:latin typeface="Gill Sans"/>
                <a:ea typeface="Gill Sans"/>
                <a:cs typeface="Gill Sans"/>
                <a:sym typeface="Gill Sans"/>
              </a:rPr>
              <a:t>USAID can use the report’s findings to identify priority areas in which its investments are likely to have the greatest impact.</a:t>
            </a:r>
            <a:endParaRPr dirty="0"/>
          </a:p>
          <a:p>
            <a:pPr marL="457200" lvl="0" indent="-228600" algn="l" rtl="0">
              <a:lnSpc>
                <a:spcPct val="100000"/>
              </a:lnSpc>
              <a:spcBef>
                <a:spcPts val="0"/>
              </a:spcBef>
              <a:spcAft>
                <a:spcPts val="0"/>
              </a:spcAft>
              <a:buSzPts val="1800"/>
              <a:buNone/>
            </a:pPr>
            <a:endParaRPr dirty="0"/>
          </a:p>
        </p:txBody>
      </p:sp>
      <p:sp>
        <p:nvSpPr>
          <p:cNvPr id="214" name="Google Shape;214;p36"/>
          <p:cNvSpPr txBox="1">
            <a:spLocks noGrp="1"/>
          </p:cNvSpPr>
          <p:nvPr>
            <p:ph type="title"/>
          </p:nvPr>
        </p:nvSpPr>
        <p:spPr>
          <a:xfrm>
            <a:off x="686104" y="457200"/>
            <a:ext cx="7772400" cy="914400"/>
          </a:xfrm>
          <a:prstGeom prst="rect">
            <a:avLst/>
          </a:prstGeom>
          <a:noFill/>
          <a:ln>
            <a:noFill/>
          </a:ln>
        </p:spPr>
        <p:txBody>
          <a:bodyPr spcFirstLastPara="1" wrap="square" lIns="91425" tIns="45700" rIns="91425" bIns="45700" anchor="b" anchorCtr="0">
            <a:spAutoFit/>
          </a:bodyPr>
          <a:lstStyle/>
          <a:p>
            <a:pPr marL="0" lvl="0" indent="0" algn="l" rtl="0">
              <a:lnSpc>
                <a:spcPct val="100000"/>
              </a:lnSpc>
              <a:spcBef>
                <a:spcPts val="0"/>
              </a:spcBef>
              <a:spcAft>
                <a:spcPts val="0"/>
              </a:spcAft>
              <a:buSzPts val="2800"/>
              <a:buNone/>
            </a:pPr>
            <a:r>
              <a:rPr lang="en-US"/>
              <a:t>ASSESSMENT PURPOSE AND APPROACH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7"/>
          <p:cNvSpPr txBox="1">
            <a:spLocks noGrp="1"/>
          </p:cNvSpPr>
          <p:nvPr>
            <p:ph type="body" idx="1"/>
          </p:nvPr>
        </p:nvSpPr>
        <p:spPr>
          <a:xfrm>
            <a:off x="685800" y="1300480"/>
            <a:ext cx="7772400" cy="4826000"/>
          </a:xfrm>
          <a:prstGeom prst="rect">
            <a:avLst/>
          </a:prstGeom>
          <a:noFill/>
          <a:ln>
            <a:noFill/>
          </a:ln>
        </p:spPr>
        <p:txBody>
          <a:bodyPr spcFirstLastPara="1" wrap="square" lIns="91425" tIns="45700" rIns="91425" bIns="45700" anchor="t" anchorCtr="0">
            <a:noAutofit/>
          </a:bodyPr>
          <a:lstStyle/>
          <a:p>
            <a:pPr marL="101600" lvl="0" indent="0" algn="l" rtl="0">
              <a:lnSpc>
                <a:spcPct val="100000"/>
              </a:lnSpc>
              <a:spcBef>
                <a:spcPts val="1200"/>
              </a:spcBef>
              <a:spcAft>
                <a:spcPts val="0"/>
              </a:spcAft>
              <a:buSzPts val="2000"/>
              <a:buNone/>
            </a:pPr>
            <a:r>
              <a:rPr lang="en-US" b="1" dirty="0"/>
              <a:t>Desk Review</a:t>
            </a:r>
            <a:endParaRPr dirty="0"/>
          </a:p>
          <a:p>
            <a:pPr marL="101600" lvl="0" indent="0" algn="l" rtl="0">
              <a:lnSpc>
                <a:spcPct val="100000"/>
              </a:lnSpc>
              <a:spcBef>
                <a:spcPts val="1200"/>
              </a:spcBef>
              <a:spcAft>
                <a:spcPts val="0"/>
              </a:spcAft>
              <a:buSzPts val="2000"/>
              <a:buNone/>
            </a:pPr>
            <a:r>
              <a:rPr lang="en-US" b="1" dirty="0"/>
              <a:t>Key Informant Interviews</a:t>
            </a:r>
            <a:endParaRPr dirty="0"/>
          </a:p>
          <a:p>
            <a:pPr marL="457200" lvl="0" indent="-355600" algn="l" rtl="0">
              <a:lnSpc>
                <a:spcPct val="100000"/>
              </a:lnSpc>
              <a:spcBef>
                <a:spcPts val="1200"/>
              </a:spcBef>
              <a:spcAft>
                <a:spcPts val="0"/>
              </a:spcAft>
              <a:buSzPts val="2000"/>
              <a:buChar char="•"/>
            </a:pPr>
            <a:r>
              <a:rPr lang="en-US" dirty="0"/>
              <a:t>Fifteen politicians (eight women, seven men)</a:t>
            </a:r>
            <a:endParaRPr dirty="0"/>
          </a:p>
          <a:p>
            <a:pPr marL="457200" lvl="0" indent="-355600" algn="l" rtl="0">
              <a:lnSpc>
                <a:spcPct val="100000"/>
              </a:lnSpc>
              <a:spcBef>
                <a:spcPts val="1200"/>
              </a:spcBef>
              <a:spcAft>
                <a:spcPts val="0"/>
              </a:spcAft>
              <a:buSzPts val="2000"/>
              <a:buChar char="•"/>
            </a:pPr>
            <a:r>
              <a:rPr lang="en-US" dirty="0"/>
              <a:t>Five civil society and media representatives (four women, one by text)</a:t>
            </a:r>
            <a:endParaRPr dirty="0"/>
          </a:p>
          <a:p>
            <a:pPr marL="457200" lvl="0" indent="-355600" algn="l" rtl="0">
              <a:lnSpc>
                <a:spcPct val="100000"/>
              </a:lnSpc>
              <a:spcBef>
                <a:spcPts val="1200"/>
              </a:spcBef>
              <a:spcAft>
                <a:spcPts val="0"/>
              </a:spcAft>
              <a:buSzPts val="2000"/>
              <a:buChar char="•"/>
            </a:pPr>
            <a:r>
              <a:rPr lang="en-US" dirty="0"/>
              <a:t>Four donors and implementing partners (two women, two men)</a:t>
            </a:r>
            <a:endParaRPr dirty="0"/>
          </a:p>
          <a:p>
            <a:pPr marL="457200" lvl="0" indent="-355600" algn="l" rtl="0">
              <a:lnSpc>
                <a:spcPct val="100000"/>
              </a:lnSpc>
              <a:spcBef>
                <a:spcPts val="1200"/>
              </a:spcBef>
              <a:spcAft>
                <a:spcPts val="0"/>
              </a:spcAft>
              <a:buSzPts val="2000"/>
              <a:buChar char="•"/>
            </a:pPr>
            <a:r>
              <a:rPr lang="en-US" dirty="0"/>
              <a:t>Two academics (one woman, one man)</a:t>
            </a:r>
            <a:endParaRPr dirty="0"/>
          </a:p>
          <a:p>
            <a:pPr marL="457200" lvl="0" indent="-355600" algn="l" rtl="0">
              <a:lnSpc>
                <a:spcPct val="100000"/>
              </a:lnSpc>
              <a:spcBef>
                <a:spcPts val="1200"/>
              </a:spcBef>
              <a:spcAft>
                <a:spcPts val="0"/>
              </a:spcAft>
              <a:buSzPts val="2000"/>
              <a:buChar char="•"/>
            </a:pPr>
            <a:r>
              <a:rPr lang="en-US" dirty="0"/>
              <a:t>One man electoral officer</a:t>
            </a:r>
            <a:endParaRPr dirty="0"/>
          </a:p>
          <a:p>
            <a:pPr marL="457200" lvl="0" indent="-355600" algn="l" rtl="0">
              <a:lnSpc>
                <a:spcPct val="100000"/>
              </a:lnSpc>
              <a:spcBef>
                <a:spcPts val="1200"/>
              </a:spcBef>
              <a:spcAft>
                <a:spcPts val="0"/>
              </a:spcAft>
              <a:buSzPts val="2000"/>
              <a:buChar char="•"/>
            </a:pPr>
            <a:r>
              <a:rPr lang="en-US" dirty="0"/>
              <a:t>Three USAID/Embassy staff (two women, one man)</a:t>
            </a:r>
            <a:endParaRPr dirty="0"/>
          </a:p>
          <a:p>
            <a:pPr marL="457200" lvl="0" indent="-228600" algn="l" rtl="0">
              <a:lnSpc>
                <a:spcPct val="100000"/>
              </a:lnSpc>
              <a:spcBef>
                <a:spcPts val="1200"/>
              </a:spcBef>
              <a:spcAft>
                <a:spcPts val="0"/>
              </a:spcAft>
              <a:buSzPts val="2000"/>
              <a:buNone/>
            </a:pPr>
            <a:endParaRPr dirty="0"/>
          </a:p>
        </p:txBody>
      </p:sp>
      <p:sp>
        <p:nvSpPr>
          <p:cNvPr id="221" name="Google Shape;221;p37"/>
          <p:cNvSpPr txBox="1">
            <a:spLocks noGrp="1"/>
          </p:cNvSpPr>
          <p:nvPr>
            <p:ph type="title"/>
          </p:nvPr>
        </p:nvSpPr>
        <p:spPr>
          <a:xfrm>
            <a:off x="686104" y="848420"/>
            <a:ext cx="7772400" cy="52318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2800"/>
              <a:buNone/>
            </a:pPr>
            <a:r>
              <a:rPr lang="en-US"/>
              <a:t>METHODOLOGY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8"/>
          <p:cNvSpPr txBox="1">
            <a:spLocks noGrp="1"/>
          </p:cNvSpPr>
          <p:nvPr>
            <p:ph type="title"/>
          </p:nvPr>
        </p:nvSpPr>
        <p:spPr>
          <a:xfrm>
            <a:off x="660710" y="748573"/>
            <a:ext cx="7822580" cy="523875"/>
          </a:xfrm>
          <a:prstGeom prst="rect">
            <a:avLst/>
          </a:prstGeom>
          <a:noFill/>
          <a:ln>
            <a:noFill/>
          </a:ln>
        </p:spPr>
        <p:txBody>
          <a:bodyPr spcFirstLastPara="1" wrap="square" lIns="91425" tIns="45700" rIns="91425" bIns="45700" anchor="b" anchorCtr="0">
            <a:spAutoFit/>
          </a:bodyPr>
          <a:lstStyle/>
          <a:p>
            <a:pPr marL="0" lvl="0" indent="0" algn="l" rtl="0">
              <a:lnSpc>
                <a:spcPct val="100000"/>
              </a:lnSpc>
              <a:spcBef>
                <a:spcPts val="0"/>
              </a:spcBef>
              <a:spcAft>
                <a:spcPts val="0"/>
              </a:spcAft>
              <a:buSzPts val="2800"/>
              <a:buNone/>
            </a:pPr>
            <a:r>
              <a:rPr lang="en-US"/>
              <a:t>METHODOLOGY—FOCUS GROUP DISCUSSION</a:t>
            </a:r>
            <a:endParaRPr/>
          </a:p>
        </p:txBody>
      </p:sp>
      <p:graphicFrame>
        <p:nvGraphicFramePr>
          <p:cNvPr id="228" name="Google Shape;228;p38"/>
          <p:cNvGraphicFramePr/>
          <p:nvPr>
            <p:extLst>
              <p:ext uri="{D42A27DB-BD31-4B8C-83A1-F6EECF244321}">
                <p14:modId xmlns:p14="http://schemas.microsoft.com/office/powerpoint/2010/main" val="1494610605"/>
              </p:ext>
            </p:extLst>
          </p:nvPr>
        </p:nvGraphicFramePr>
        <p:xfrm>
          <a:off x="771180" y="1397000"/>
          <a:ext cx="7546550" cy="4937650"/>
        </p:xfrm>
        <a:graphic>
          <a:graphicData uri="http://schemas.openxmlformats.org/drawingml/2006/table">
            <a:tbl>
              <a:tblPr firstRow="1" bandRow="1">
                <a:noFill/>
                <a:tableStyleId>{8D51C8FF-0141-4419-A461-6FDBD60A6BD9}</a:tableStyleId>
              </a:tblPr>
              <a:tblGrid>
                <a:gridCol w="558600">
                  <a:extLst>
                    <a:ext uri="{9D8B030D-6E8A-4147-A177-3AD203B41FA5}">
                      <a16:colId xmlns:a16="http://schemas.microsoft.com/office/drawing/2014/main" val="20000"/>
                    </a:ext>
                  </a:extLst>
                </a:gridCol>
                <a:gridCol w="2878675">
                  <a:extLst>
                    <a:ext uri="{9D8B030D-6E8A-4147-A177-3AD203B41FA5}">
                      <a16:colId xmlns:a16="http://schemas.microsoft.com/office/drawing/2014/main" val="20001"/>
                    </a:ext>
                  </a:extLst>
                </a:gridCol>
                <a:gridCol w="2489800">
                  <a:extLst>
                    <a:ext uri="{9D8B030D-6E8A-4147-A177-3AD203B41FA5}">
                      <a16:colId xmlns:a16="http://schemas.microsoft.com/office/drawing/2014/main" val="20002"/>
                    </a:ext>
                  </a:extLst>
                </a:gridCol>
                <a:gridCol w="1619475">
                  <a:extLst>
                    <a:ext uri="{9D8B030D-6E8A-4147-A177-3AD203B41FA5}">
                      <a16:colId xmlns:a16="http://schemas.microsoft.com/office/drawing/2014/main" val="20003"/>
                    </a:ext>
                  </a:extLst>
                </a:gridCol>
              </a:tblGrid>
              <a:tr h="713900">
                <a:tc>
                  <a:txBody>
                    <a:bodyPr/>
                    <a:lstStyle/>
                    <a:p>
                      <a:pPr marL="0" marR="0" lvl="0" indent="0" algn="l" rtl="0">
                        <a:lnSpc>
                          <a:spcPct val="100000"/>
                        </a:lnSpc>
                        <a:spcBef>
                          <a:spcPts val="0"/>
                        </a:spcBef>
                        <a:spcAft>
                          <a:spcPts val="0"/>
                        </a:spcAft>
                        <a:buNone/>
                      </a:pPr>
                      <a:r>
                        <a:rPr lang="en-US" sz="1400" u="none" strike="noStrike" cap="none">
                          <a:latin typeface="Gill Sans"/>
                          <a:ea typeface="Gill Sans"/>
                          <a:cs typeface="Gill Sans"/>
                          <a:sym typeface="Gill Sans"/>
                        </a:rPr>
                        <a:t>NO.</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u="none" strike="noStrike" cap="none">
                          <a:latin typeface="Gill Sans"/>
                          <a:ea typeface="Gill Sans"/>
                          <a:cs typeface="Gill Sans"/>
                          <a:sym typeface="Gill Sans"/>
                        </a:rPr>
                        <a:t>GROUP DESCRIPTION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u="none" strike="noStrike" cap="none">
                          <a:latin typeface="Gill Sans"/>
                          <a:ea typeface="Gill Sans"/>
                          <a:cs typeface="Gill Sans"/>
                          <a:sym typeface="Gill Sans"/>
                        </a:rPr>
                        <a:t>LOCATION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u="none" strike="noStrike" cap="none">
                          <a:latin typeface="Gill Sans"/>
                          <a:ea typeface="Gill Sans"/>
                          <a:cs typeface="Gill Sans"/>
                          <a:sym typeface="Gill Sans"/>
                        </a:rPr>
                        <a:t>TOTAL PARTICIPANTS</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6375">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1</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200" u="none" strike="noStrike" cap="none">
                          <a:latin typeface="Gill Sans"/>
                          <a:ea typeface="Gill Sans"/>
                          <a:cs typeface="Gill Sans"/>
                          <a:sym typeface="Gill Sans"/>
                        </a:rPr>
                        <a:t>Local Council Members, 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200" u="none" strike="noStrike" cap="none">
                          <a:latin typeface="Gill Sans"/>
                          <a:ea typeface="Gill Sans"/>
                          <a:cs typeface="Gill Sans"/>
                          <a:sym typeface="Gill Sans"/>
                        </a:rPr>
                        <a:t>Saruu Village, Issyk-Kul Oblast</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5</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86375">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2</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200" u="none" strike="noStrike" cap="none">
                          <a:latin typeface="Gill Sans"/>
                          <a:ea typeface="Gill Sans"/>
                          <a:cs typeface="Gill Sans"/>
                          <a:sym typeface="Gill Sans"/>
                        </a:rPr>
                        <a:t>Local Council Members, Women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Gill Sans"/>
                          <a:ea typeface="Gill Sans"/>
                          <a:cs typeface="Gill Sans"/>
                          <a:sym typeface="Gill Sans"/>
                        </a:rPr>
                        <a:t>Saruu Village, Issyk-Kul Oblast</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4</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86375">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3</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200" u="none" strike="noStrike" cap="none">
                          <a:latin typeface="Gill Sans"/>
                          <a:ea typeface="Gill Sans"/>
                          <a:cs typeface="Gill Sans"/>
                          <a:sym typeface="Gill Sans"/>
                        </a:rPr>
                        <a:t>Local Activists, 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Gill Sans"/>
                          <a:ea typeface="Gill Sans"/>
                          <a:cs typeface="Gill Sans"/>
                          <a:sym typeface="Gill Sans"/>
                        </a:rPr>
                        <a:t>Saruu Village, Issyk-Kul Oblast</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10</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86375">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4</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Gill Sans"/>
                          <a:ea typeface="Gill Sans"/>
                          <a:cs typeface="Gill Sans"/>
                          <a:sym typeface="Gill Sans"/>
                        </a:rPr>
                        <a:t>Local Activists, Women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Gill Sans"/>
                          <a:ea typeface="Gill Sans"/>
                          <a:cs typeface="Gill Sans"/>
                          <a:sym typeface="Gill Sans"/>
                        </a:rPr>
                        <a:t>Saruu Village, Issyk-Kul Oblast</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12</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86375">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5</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200" u="none" strike="noStrike" cap="none">
                          <a:latin typeface="Gill Sans"/>
                          <a:ea typeface="Gill Sans"/>
                          <a:cs typeface="Gill Sans"/>
                          <a:sym typeface="Gill Sans"/>
                        </a:rPr>
                        <a:t>Local Council Members, 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200" u="none" strike="noStrike" cap="none">
                          <a:latin typeface="Gill Sans"/>
                          <a:ea typeface="Gill Sans"/>
                          <a:cs typeface="Gill Sans"/>
                          <a:sym typeface="Gill Sans"/>
                        </a:rPr>
                        <a:t>Novo-Pokrovka Village, Chui Oblast</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4</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476375">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6</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latin typeface="Gill Sans"/>
                          <a:ea typeface="Gill Sans"/>
                          <a:cs typeface="Gill Sans"/>
                          <a:sym typeface="Gill Sans"/>
                        </a:rPr>
                        <a:t>Local Council Members, Women</a:t>
                      </a:r>
                      <a:endParaRPr dirty="0"/>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Gill Sans"/>
                          <a:ea typeface="Gill Sans"/>
                          <a:cs typeface="Gill Sans"/>
                          <a:sym typeface="Gill Sans"/>
                        </a:rPr>
                        <a:t>Novo-Pokrovka Village, Chui Oblast</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7</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476375">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7</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200" u="none" strike="noStrike" cap="none">
                          <a:latin typeface="Gill Sans"/>
                          <a:ea typeface="Gill Sans"/>
                          <a:cs typeface="Gill Sans"/>
                          <a:sym typeface="Gill Sans"/>
                        </a:rPr>
                        <a:t>Local Activists, 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latin typeface="Gill Sans"/>
                          <a:ea typeface="Gill Sans"/>
                          <a:cs typeface="Gill Sans"/>
                          <a:sym typeface="Gill Sans"/>
                        </a:rPr>
                        <a:t>Novo-</a:t>
                      </a:r>
                      <a:r>
                        <a:rPr lang="en-US" sz="1200" u="none" strike="noStrike" cap="none" dirty="0" err="1">
                          <a:latin typeface="Gill Sans"/>
                          <a:ea typeface="Gill Sans"/>
                          <a:cs typeface="Gill Sans"/>
                          <a:sym typeface="Gill Sans"/>
                        </a:rPr>
                        <a:t>Pokrovka</a:t>
                      </a:r>
                      <a:r>
                        <a:rPr lang="en-US" sz="1200" u="none" strike="noStrike" cap="none" dirty="0">
                          <a:latin typeface="Gill Sans"/>
                          <a:ea typeface="Gill Sans"/>
                          <a:cs typeface="Gill Sans"/>
                          <a:sym typeface="Gill Sans"/>
                        </a:rPr>
                        <a:t> Village, Chui Oblast</a:t>
                      </a:r>
                      <a:endParaRPr dirty="0"/>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9</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386375">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8</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Gill Sans"/>
                          <a:ea typeface="Gill Sans"/>
                          <a:cs typeface="Gill Sans"/>
                          <a:sym typeface="Gill Sans"/>
                        </a:rPr>
                        <a:t>Local Activists, Women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Gill Sans"/>
                          <a:ea typeface="Gill Sans"/>
                          <a:cs typeface="Gill Sans"/>
                          <a:sym typeface="Gill Sans"/>
                        </a:rPr>
                        <a:t>Novo-Pokrovka Village, Chui Oblast</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10</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476375">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9</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200" u="none" strike="noStrike" cap="none">
                          <a:latin typeface="Gill Sans"/>
                          <a:ea typeface="Gill Sans"/>
                          <a:cs typeface="Gill Sans"/>
                          <a:sym typeface="Gill Sans"/>
                        </a:rPr>
                        <a:t>Participants of School for Youth provided by PP, Boys</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200" u="none" strike="noStrike" cap="none">
                          <a:latin typeface="Gill Sans"/>
                          <a:ea typeface="Gill Sans"/>
                          <a:cs typeface="Gill Sans"/>
                          <a:sym typeface="Gill Sans"/>
                        </a:rPr>
                        <a:t>Bishkek City</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5</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476375">
                <a:tc>
                  <a:txBody>
                    <a:bodyPr/>
                    <a:lstStyle/>
                    <a:p>
                      <a:pPr marL="0" marR="0" lvl="0" indent="0" algn="ctr" rtl="0">
                        <a:lnSpc>
                          <a:spcPct val="100000"/>
                        </a:lnSpc>
                        <a:spcBef>
                          <a:spcPts val="0"/>
                        </a:spcBef>
                        <a:spcAft>
                          <a:spcPts val="0"/>
                        </a:spcAft>
                        <a:buNone/>
                      </a:pPr>
                      <a:r>
                        <a:rPr lang="en-US" sz="1200" u="none" strike="noStrike" cap="none">
                          <a:latin typeface="Gill Sans"/>
                          <a:ea typeface="Gill Sans"/>
                          <a:cs typeface="Gill Sans"/>
                          <a:sym typeface="Gill Sans"/>
                        </a:rPr>
                        <a:t>10</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Gill Sans"/>
                          <a:ea typeface="Gill Sans"/>
                          <a:cs typeface="Gill Sans"/>
                          <a:sym typeface="Gill Sans"/>
                        </a:rPr>
                        <a:t>Participants of School for Youth provided by PP, Girls</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Gill Sans"/>
                          <a:ea typeface="Gill Sans"/>
                          <a:cs typeface="Gill Sans"/>
                          <a:sym typeface="Gill Sans"/>
                        </a:rPr>
                        <a:t>Bishkek City</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dirty="0">
                          <a:latin typeface="Gill Sans"/>
                          <a:ea typeface="Gill Sans"/>
                          <a:cs typeface="Gill Sans"/>
                          <a:sym typeface="Gill Sans"/>
                        </a:rPr>
                        <a:t>6</a:t>
                      </a:r>
                      <a:endParaRPr dirty="0"/>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9"/>
          <p:cNvSpPr txBox="1">
            <a:spLocks noGrp="1"/>
          </p:cNvSpPr>
          <p:nvPr>
            <p:ph type="title"/>
          </p:nvPr>
        </p:nvSpPr>
        <p:spPr>
          <a:xfrm>
            <a:off x="2304055" y="749267"/>
            <a:ext cx="4535891" cy="523180"/>
          </a:xfrm>
          <a:prstGeom prst="rect">
            <a:avLst/>
          </a:prstGeom>
          <a:noFill/>
          <a:ln>
            <a:noFill/>
          </a:ln>
        </p:spPr>
        <p:txBody>
          <a:bodyPr spcFirstLastPara="1" wrap="square" lIns="91425" tIns="45700" rIns="91425" bIns="45700" anchor="b" anchorCtr="0">
            <a:spAutoFit/>
          </a:bodyPr>
          <a:lstStyle/>
          <a:p>
            <a:pPr marL="0" lvl="0" indent="0" algn="l" rtl="0">
              <a:lnSpc>
                <a:spcPct val="100000"/>
              </a:lnSpc>
              <a:spcBef>
                <a:spcPts val="0"/>
              </a:spcBef>
              <a:spcAft>
                <a:spcPts val="0"/>
              </a:spcAft>
              <a:buSzPts val="2800"/>
              <a:buNone/>
            </a:pPr>
            <a:r>
              <a:rPr lang="en-US"/>
              <a:t>METHODOLOGY—SURVEY</a:t>
            </a:r>
            <a:endParaRPr/>
          </a:p>
        </p:txBody>
      </p:sp>
      <p:graphicFrame>
        <p:nvGraphicFramePr>
          <p:cNvPr id="235" name="Google Shape;235;p39"/>
          <p:cNvGraphicFramePr/>
          <p:nvPr/>
        </p:nvGraphicFramePr>
        <p:xfrm>
          <a:off x="454748" y="1441068"/>
          <a:ext cx="3951975" cy="4949550"/>
        </p:xfrm>
        <a:graphic>
          <a:graphicData uri="http://schemas.openxmlformats.org/drawingml/2006/table">
            <a:tbl>
              <a:tblPr firstRow="1" bandRow="1">
                <a:noFill/>
                <a:tableStyleId>{8D51C8FF-0141-4419-A461-6FDBD60A6BD9}</a:tableStyleId>
              </a:tblPr>
              <a:tblGrid>
                <a:gridCol w="1317325">
                  <a:extLst>
                    <a:ext uri="{9D8B030D-6E8A-4147-A177-3AD203B41FA5}">
                      <a16:colId xmlns:a16="http://schemas.microsoft.com/office/drawing/2014/main" val="20000"/>
                    </a:ext>
                  </a:extLst>
                </a:gridCol>
                <a:gridCol w="1317325">
                  <a:extLst>
                    <a:ext uri="{9D8B030D-6E8A-4147-A177-3AD203B41FA5}">
                      <a16:colId xmlns:a16="http://schemas.microsoft.com/office/drawing/2014/main" val="20001"/>
                    </a:ext>
                  </a:extLst>
                </a:gridCol>
                <a:gridCol w="1317325">
                  <a:extLst>
                    <a:ext uri="{9D8B030D-6E8A-4147-A177-3AD203B41FA5}">
                      <a16:colId xmlns:a16="http://schemas.microsoft.com/office/drawing/2014/main" val="20002"/>
                    </a:ext>
                  </a:extLst>
                </a:gridCol>
              </a:tblGrid>
              <a:tr h="751300">
                <a:tc>
                  <a:txBody>
                    <a:bodyPr/>
                    <a:lstStyle/>
                    <a:p>
                      <a:pPr marL="0" marR="0" lvl="0" indent="0" algn="l" rtl="0">
                        <a:lnSpc>
                          <a:spcPct val="100000"/>
                        </a:lnSpc>
                        <a:spcBef>
                          <a:spcPts val="0"/>
                        </a:spcBef>
                        <a:spcAft>
                          <a:spcPts val="0"/>
                        </a:spcAft>
                        <a:buNone/>
                      </a:pPr>
                      <a:r>
                        <a:rPr lang="en-US" sz="1400" u="none" strike="noStrike" cap="none">
                          <a:latin typeface="Gill Sans"/>
                          <a:ea typeface="Gill Sans"/>
                          <a:cs typeface="Gill Sans"/>
                          <a:sym typeface="Gill Sans"/>
                        </a:rPr>
                        <a:t>POLITICAL PARTY</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u="none" strike="noStrike" cap="none">
                          <a:latin typeface="Gill Sans"/>
                          <a:ea typeface="Gill Sans"/>
                          <a:cs typeface="Gill Sans"/>
                          <a:sym typeface="Gill Sans"/>
                        </a:rPr>
                        <a:t>GENDER</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u="none" strike="noStrike" cap="none">
                          <a:latin typeface="Gill Sans"/>
                          <a:ea typeface="Gill Sans"/>
                          <a:cs typeface="Gill Sans"/>
                          <a:sym typeface="Gill Sans"/>
                        </a:rPr>
                        <a:t>NO. OF SURVEYS</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19825">
                <a:tc rowSpan="2">
                  <a:txBody>
                    <a:bodyPr/>
                    <a:lstStyle/>
                    <a:p>
                      <a:pPr marL="0" marR="0" lvl="0" indent="0" algn="l"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Ata Zhurt </a:t>
                      </a:r>
                      <a:r>
                        <a:rPr lang="en-US" sz="1200">
                          <a:solidFill>
                            <a:srgbClr val="595959"/>
                          </a:solidFill>
                          <a:latin typeface="Gill Sans"/>
                          <a:ea typeface="Gill Sans"/>
                          <a:cs typeface="Gill Sans"/>
                          <a:sym typeface="Gill Sans"/>
                        </a:rPr>
                        <a:t>Kyrgyzstan</a:t>
                      </a:r>
                      <a:endParaRPr sz="1200" u="none" strike="noStrike" cap="none">
                        <a:solidFill>
                          <a:srgbClr val="595959"/>
                        </a:solidFill>
                        <a:latin typeface="Gill Sans"/>
                        <a:ea typeface="Gill Sans"/>
                        <a:cs typeface="Gill Sans"/>
                        <a:sym typeface="Gill Sans"/>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Women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9</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1"/>
                  </a:ext>
                </a:extLst>
              </a:tr>
              <a:tr h="419825">
                <a:tc vMerge="1">
                  <a:txBody>
                    <a:bodyPr/>
                    <a:lstStyle/>
                    <a:p>
                      <a:endParaRPr lang="en-US"/>
                    </a:p>
                  </a:txBody>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10</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419825">
                <a:tc rowSpan="2">
                  <a:txBody>
                    <a:bodyPr/>
                    <a:lstStyle/>
                    <a:p>
                      <a:pPr marL="0" marR="0" lvl="0" indent="0" algn="l"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Yiman Nuru</a:t>
                      </a:r>
                      <a:endParaRPr sz="1200" u="none" strike="noStrike" cap="none">
                        <a:solidFill>
                          <a:srgbClr val="595959"/>
                        </a:solidFill>
                        <a:latin typeface="Gill Sans"/>
                        <a:ea typeface="Gill Sans"/>
                        <a:cs typeface="Gill Sans"/>
                        <a:sym typeface="Gill Sans"/>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Women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8</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3"/>
                  </a:ext>
                </a:extLst>
              </a:tr>
              <a:tr h="419825">
                <a:tc vMerge="1">
                  <a:txBody>
                    <a:bodyPr/>
                    <a:lstStyle/>
                    <a:p>
                      <a:endParaRPr lang="en-US"/>
                    </a:p>
                  </a:txBody>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7</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419825">
                <a:tc rowSpan="2">
                  <a:txBody>
                    <a:bodyPr/>
                    <a:lstStyle/>
                    <a:p>
                      <a:pPr marL="0" marR="0" lvl="0" indent="0" algn="l"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Yntymak</a:t>
                      </a:r>
                      <a:endParaRPr sz="1200" u="none" strike="noStrike" cap="none">
                        <a:solidFill>
                          <a:srgbClr val="595959"/>
                        </a:solidFill>
                        <a:latin typeface="Gill Sans"/>
                        <a:ea typeface="Gill Sans"/>
                        <a:cs typeface="Gill Sans"/>
                        <a:sym typeface="Gill Sans"/>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Women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10</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5"/>
                  </a:ext>
                </a:extLst>
              </a:tr>
              <a:tr h="419825">
                <a:tc vMerge="1">
                  <a:txBody>
                    <a:bodyPr/>
                    <a:lstStyle/>
                    <a:p>
                      <a:endParaRPr lang="en-US"/>
                    </a:p>
                  </a:txBody>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12</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r h="419825">
                <a:tc rowSpan="2">
                  <a:txBody>
                    <a:bodyPr/>
                    <a:lstStyle/>
                    <a:p>
                      <a:pPr marL="0" marR="0" lvl="0" indent="0" algn="l"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Alliance</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Women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7</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7"/>
                  </a:ext>
                </a:extLst>
              </a:tr>
              <a:tr h="419825">
                <a:tc vMerge="1">
                  <a:txBody>
                    <a:bodyPr/>
                    <a:lstStyle/>
                    <a:p>
                      <a:endParaRPr lang="en-US"/>
                    </a:p>
                  </a:txBody>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9</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8"/>
                  </a:ext>
                </a:extLst>
              </a:tr>
              <a:tr h="419825">
                <a:tc rowSpan="2">
                  <a:txBody>
                    <a:bodyPr/>
                    <a:lstStyle/>
                    <a:p>
                      <a:pPr marL="0" marR="0" lvl="0" indent="0" algn="l"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Social Democrats</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Women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12</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9"/>
                  </a:ext>
                </a:extLst>
              </a:tr>
              <a:tr h="419825">
                <a:tc vMerge="1">
                  <a:txBody>
                    <a:bodyPr/>
                    <a:lstStyle/>
                    <a:p>
                      <a:endParaRPr lang="en-US"/>
                    </a:p>
                  </a:txBody>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9</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10"/>
                  </a:ext>
                </a:extLst>
              </a:tr>
            </a:tbl>
          </a:graphicData>
        </a:graphic>
      </p:graphicFrame>
      <p:graphicFrame>
        <p:nvGraphicFramePr>
          <p:cNvPr id="236" name="Google Shape;236;p39"/>
          <p:cNvGraphicFramePr/>
          <p:nvPr>
            <p:extLst>
              <p:ext uri="{D42A27DB-BD31-4B8C-83A1-F6EECF244321}">
                <p14:modId xmlns:p14="http://schemas.microsoft.com/office/powerpoint/2010/main" val="1068576448"/>
              </p:ext>
            </p:extLst>
          </p:nvPr>
        </p:nvGraphicFramePr>
        <p:xfrm>
          <a:off x="4751327" y="1441068"/>
          <a:ext cx="3951975" cy="4529725"/>
        </p:xfrm>
        <a:graphic>
          <a:graphicData uri="http://schemas.openxmlformats.org/drawingml/2006/table">
            <a:tbl>
              <a:tblPr firstRow="1" bandRow="1">
                <a:noFill/>
                <a:tableStyleId>{8D51C8FF-0141-4419-A461-6FDBD60A6BD9}</a:tableStyleId>
              </a:tblPr>
              <a:tblGrid>
                <a:gridCol w="1317325">
                  <a:extLst>
                    <a:ext uri="{9D8B030D-6E8A-4147-A177-3AD203B41FA5}">
                      <a16:colId xmlns:a16="http://schemas.microsoft.com/office/drawing/2014/main" val="20000"/>
                    </a:ext>
                  </a:extLst>
                </a:gridCol>
                <a:gridCol w="1317325">
                  <a:extLst>
                    <a:ext uri="{9D8B030D-6E8A-4147-A177-3AD203B41FA5}">
                      <a16:colId xmlns:a16="http://schemas.microsoft.com/office/drawing/2014/main" val="20001"/>
                    </a:ext>
                  </a:extLst>
                </a:gridCol>
                <a:gridCol w="1317325">
                  <a:extLst>
                    <a:ext uri="{9D8B030D-6E8A-4147-A177-3AD203B41FA5}">
                      <a16:colId xmlns:a16="http://schemas.microsoft.com/office/drawing/2014/main" val="20002"/>
                    </a:ext>
                  </a:extLst>
                </a:gridCol>
              </a:tblGrid>
              <a:tr h="751300">
                <a:tc>
                  <a:txBody>
                    <a:bodyPr/>
                    <a:lstStyle/>
                    <a:p>
                      <a:pPr marL="0" marR="0" lvl="0" indent="0" algn="l" rtl="0">
                        <a:lnSpc>
                          <a:spcPct val="100000"/>
                        </a:lnSpc>
                        <a:spcBef>
                          <a:spcPts val="0"/>
                        </a:spcBef>
                        <a:spcAft>
                          <a:spcPts val="0"/>
                        </a:spcAft>
                        <a:buNone/>
                      </a:pPr>
                      <a:r>
                        <a:rPr lang="en-US" sz="1400" u="none" strike="noStrike" cap="none">
                          <a:latin typeface="Gill Sans"/>
                          <a:ea typeface="Gill Sans"/>
                          <a:cs typeface="Gill Sans"/>
                          <a:sym typeface="Gill Sans"/>
                        </a:rPr>
                        <a:t>POLITICAL PARTY</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u="none" strike="noStrike" cap="none">
                          <a:latin typeface="Gill Sans"/>
                          <a:ea typeface="Gill Sans"/>
                          <a:cs typeface="Gill Sans"/>
                          <a:sym typeface="Gill Sans"/>
                        </a:rPr>
                        <a:t>GENDER</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u="none" strike="noStrike" cap="none">
                          <a:latin typeface="Gill Sans"/>
                          <a:ea typeface="Gill Sans"/>
                          <a:cs typeface="Gill Sans"/>
                          <a:sym typeface="Gill Sans"/>
                        </a:rPr>
                        <a:t>NO. OF SURVEYS</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19825">
                <a:tc rowSpan="2">
                  <a:txBody>
                    <a:bodyPr/>
                    <a:lstStyle/>
                    <a:p>
                      <a:pPr marL="0" marR="0" lvl="0" indent="0" algn="l"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Emgek</a:t>
                      </a:r>
                      <a:endParaRPr sz="1200" u="none" strike="noStrike" cap="none">
                        <a:solidFill>
                          <a:srgbClr val="595959"/>
                        </a:solidFill>
                        <a:latin typeface="Gill Sans"/>
                        <a:ea typeface="Gill Sans"/>
                        <a:cs typeface="Gill Sans"/>
                        <a:sym typeface="Gill Sans"/>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Women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9</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1"/>
                  </a:ext>
                </a:extLst>
              </a:tr>
              <a:tr h="419825">
                <a:tc vMerge="1">
                  <a:txBody>
                    <a:bodyPr/>
                    <a:lstStyle/>
                    <a:p>
                      <a:endParaRPr lang="en-US"/>
                    </a:p>
                  </a:txBody>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5</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419825">
                <a:tc rowSpan="2">
                  <a:txBody>
                    <a:bodyPr/>
                    <a:lstStyle/>
                    <a:p>
                      <a:pPr marL="0" marR="0" lvl="0" indent="0" algn="l"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Ordo</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Women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1</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3"/>
                  </a:ext>
                </a:extLst>
              </a:tr>
              <a:tr h="419825">
                <a:tc vMerge="1">
                  <a:txBody>
                    <a:bodyPr/>
                    <a:lstStyle/>
                    <a:p>
                      <a:endParaRPr lang="en-US"/>
                    </a:p>
                  </a:txBody>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0</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419825">
                <a:tc rowSpan="2">
                  <a:txBody>
                    <a:bodyPr/>
                    <a:lstStyle/>
                    <a:p>
                      <a:pPr marL="0" marR="0" lvl="0" indent="0" algn="l"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Ishenim</a:t>
                      </a:r>
                      <a:endParaRPr sz="1200" u="none" strike="noStrike" cap="none">
                        <a:solidFill>
                          <a:srgbClr val="595959"/>
                        </a:solidFill>
                        <a:latin typeface="Gill Sans"/>
                        <a:ea typeface="Gill Sans"/>
                        <a:cs typeface="Gill Sans"/>
                        <a:sym typeface="Gill Sans"/>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Women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1</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5"/>
                  </a:ext>
                </a:extLst>
              </a:tr>
              <a:tr h="419825">
                <a:tc vMerge="1">
                  <a:txBody>
                    <a:bodyPr/>
                    <a:lstStyle/>
                    <a:p>
                      <a:endParaRPr lang="en-US"/>
                    </a:p>
                  </a:txBody>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0</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r h="419825">
                <a:tc rowSpan="2">
                  <a:txBody>
                    <a:bodyPr/>
                    <a:lstStyle/>
                    <a:p>
                      <a:pPr marL="0" marR="0" lvl="0" indent="0" algn="l"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Ata Meken</a:t>
                      </a:r>
                      <a:endParaRPr sz="1200" u="none" strike="noStrike" cap="none">
                        <a:solidFill>
                          <a:srgbClr val="595959"/>
                        </a:solidFill>
                        <a:latin typeface="Gill Sans"/>
                        <a:ea typeface="Gill Sans"/>
                        <a:cs typeface="Gill Sans"/>
                        <a:sym typeface="Gill Sans"/>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Women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0</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7"/>
                  </a:ext>
                </a:extLst>
              </a:tr>
              <a:tr h="419825">
                <a:tc vMerge="1">
                  <a:txBody>
                    <a:bodyPr/>
                    <a:lstStyle/>
                    <a:p>
                      <a:endParaRPr lang="en-US"/>
                    </a:p>
                  </a:txBody>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Men</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r>
                        <a:rPr lang="en-US" sz="1200" u="none" strike="noStrike" cap="none">
                          <a:solidFill>
                            <a:srgbClr val="595959"/>
                          </a:solidFill>
                          <a:latin typeface="Gill Sans"/>
                          <a:ea typeface="Gill Sans"/>
                          <a:cs typeface="Gill Sans"/>
                          <a:sym typeface="Gill Sans"/>
                        </a:rPr>
                        <a:t>1</a:t>
                      </a:r>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8"/>
                  </a:ext>
                </a:extLst>
              </a:tr>
              <a:tr h="419825">
                <a:tc gridSpan="3">
                  <a:txBody>
                    <a:bodyPr/>
                    <a:lstStyle/>
                    <a:p>
                      <a:pPr marL="0" marR="0" lvl="0" indent="0" algn="l" rtl="0">
                        <a:lnSpc>
                          <a:spcPct val="100000"/>
                        </a:lnSpc>
                        <a:spcBef>
                          <a:spcPts val="0"/>
                        </a:spcBef>
                        <a:spcAft>
                          <a:spcPts val="0"/>
                        </a:spcAft>
                        <a:buNone/>
                      </a:pPr>
                      <a:r>
                        <a:rPr lang="en-US" sz="1200" i="1" u="none" strike="noStrike" cap="none" dirty="0">
                          <a:solidFill>
                            <a:srgbClr val="595959"/>
                          </a:solidFill>
                          <a:latin typeface="Gill Sans"/>
                          <a:ea typeface="Gill Sans"/>
                          <a:cs typeface="Gill Sans"/>
                          <a:sym typeface="Gill Sans"/>
                        </a:rPr>
                        <a:t>Total Women = 57, Total Men = 53</a:t>
                      </a:r>
                      <a:endParaRPr dirty="0"/>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0"/>
          <p:cNvSpPr txBox="1">
            <a:spLocks noGrp="1"/>
          </p:cNvSpPr>
          <p:nvPr>
            <p:ph type="title"/>
          </p:nvPr>
        </p:nvSpPr>
        <p:spPr>
          <a:xfrm>
            <a:off x="686104" y="1082102"/>
            <a:ext cx="7772400" cy="64629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SzPts val="2800"/>
              <a:buNone/>
            </a:pPr>
            <a:r>
              <a:rPr lang="en-US"/>
              <a:t>BARRIERS &amp; OPPORTUNITIES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1"/>
          <p:cNvSpPr txBox="1">
            <a:spLocks noGrp="1"/>
          </p:cNvSpPr>
          <p:nvPr>
            <p:ph type="body" idx="1"/>
          </p:nvPr>
        </p:nvSpPr>
        <p:spPr>
          <a:xfrm>
            <a:off x="685800" y="1300163"/>
            <a:ext cx="3733800" cy="4826000"/>
          </a:xfrm>
          <a:prstGeom prst="rect">
            <a:avLst/>
          </a:prstGeom>
          <a:noFill/>
          <a:ln>
            <a:noFill/>
          </a:ln>
        </p:spPr>
        <p:txBody>
          <a:bodyPr spcFirstLastPara="1" wrap="square" lIns="91425" tIns="45700" rIns="91425" bIns="45700" anchor="t" anchorCtr="0">
            <a:normAutofit/>
          </a:bodyPr>
          <a:lstStyle/>
          <a:p>
            <a:pPr marL="457200" lvl="0" indent="-355600" algn="l" rtl="0">
              <a:lnSpc>
                <a:spcPct val="100000"/>
              </a:lnSpc>
              <a:spcBef>
                <a:spcPts val="1200"/>
              </a:spcBef>
              <a:spcAft>
                <a:spcPts val="0"/>
              </a:spcAft>
              <a:buSzPts val="2000"/>
              <a:buChar char="•"/>
            </a:pPr>
            <a:r>
              <a:rPr lang="en-US" b="1" dirty="0"/>
              <a:t>Barriers</a:t>
            </a:r>
            <a:endParaRPr dirty="0"/>
          </a:p>
          <a:p>
            <a:pPr marL="914400" lvl="1" indent="-355600" algn="l" rtl="0">
              <a:lnSpc>
                <a:spcPct val="100000"/>
              </a:lnSpc>
              <a:spcBef>
                <a:spcPts val="600"/>
              </a:spcBef>
              <a:spcAft>
                <a:spcPts val="0"/>
              </a:spcAft>
              <a:buSzPts val="2000"/>
              <a:buChar char="–"/>
            </a:pPr>
            <a:r>
              <a:rPr lang="en-US" dirty="0"/>
              <a:t>Gender norms</a:t>
            </a:r>
            <a:endParaRPr dirty="0"/>
          </a:p>
          <a:p>
            <a:pPr marL="914400" lvl="1" indent="-355600" algn="l" rtl="0">
              <a:lnSpc>
                <a:spcPct val="100000"/>
              </a:lnSpc>
              <a:spcBef>
                <a:spcPts val="600"/>
              </a:spcBef>
              <a:spcAft>
                <a:spcPts val="0"/>
              </a:spcAft>
              <a:buSzPts val="2000"/>
              <a:buChar char="–"/>
            </a:pPr>
            <a:r>
              <a:rPr lang="en-US" dirty="0"/>
              <a:t>Perceptions of women</a:t>
            </a:r>
            <a:endParaRPr dirty="0"/>
          </a:p>
          <a:p>
            <a:pPr marL="914400" lvl="1" indent="-355600" algn="l" rtl="0">
              <a:lnSpc>
                <a:spcPct val="100000"/>
              </a:lnSpc>
              <a:spcBef>
                <a:spcPts val="600"/>
              </a:spcBef>
              <a:spcAft>
                <a:spcPts val="0"/>
              </a:spcAft>
              <a:buSzPts val="2000"/>
              <a:buChar char="–"/>
            </a:pPr>
            <a:r>
              <a:rPr lang="en-US" dirty="0"/>
              <a:t>Violence against women in politics and public life (VAWPPL)</a:t>
            </a:r>
            <a:endParaRPr dirty="0"/>
          </a:p>
          <a:p>
            <a:pPr marL="914400" lvl="1" indent="-355600" algn="l" rtl="0">
              <a:lnSpc>
                <a:spcPct val="100000"/>
              </a:lnSpc>
              <a:spcBef>
                <a:spcPts val="600"/>
              </a:spcBef>
              <a:spcAft>
                <a:spcPts val="0"/>
              </a:spcAft>
              <a:buSzPts val="2000"/>
              <a:buChar char="–"/>
            </a:pPr>
            <a:r>
              <a:rPr lang="en-US" dirty="0"/>
              <a:t>Patriarchy</a:t>
            </a:r>
            <a:endParaRPr dirty="0"/>
          </a:p>
          <a:p>
            <a:pPr marL="457200" lvl="0" indent="-355600" algn="l" rtl="0">
              <a:lnSpc>
                <a:spcPct val="100000"/>
              </a:lnSpc>
              <a:spcBef>
                <a:spcPts val="1200"/>
              </a:spcBef>
              <a:spcAft>
                <a:spcPts val="0"/>
              </a:spcAft>
              <a:buSzPts val="2000"/>
              <a:buChar char="•"/>
            </a:pPr>
            <a:r>
              <a:rPr lang="en-US" b="1" dirty="0"/>
              <a:t>Opportunities</a:t>
            </a:r>
            <a:endParaRPr dirty="0"/>
          </a:p>
          <a:p>
            <a:pPr marL="914400" lvl="1" indent="-355600" algn="l" rtl="0">
              <a:lnSpc>
                <a:spcPct val="100000"/>
              </a:lnSpc>
              <a:spcBef>
                <a:spcPts val="600"/>
              </a:spcBef>
              <a:spcAft>
                <a:spcPts val="0"/>
              </a:spcAft>
              <a:buSzPts val="2000"/>
              <a:buChar char="–"/>
            </a:pPr>
            <a:r>
              <a:rPr lang="en-US" dirty="0"/>
              <a:t>Gender quota</a:t>
            </a:r>
            <a:endParaRPr dirty="0"/>
          </a:p>
          <a:p>
            <a:pPr marL="457200" lvl="0" indent="-228600" algn="l" rtl="0">
              <a:lnSpc>
                <a:spcPct val="100000"/>
              </a:lnSpc>
              <a:spcBef>
                <a:spcPts val="1200"/>
              </a:spcBef>
              <a:spcAft>
                <a:spcPts val="0"/>
              </a:spcAft>
              <a:buSzPts val="2000"/>
              <a:buNone/>
            </a:pPr>
            <a:endParaRPr dirty="0"/>
          </a:p>
          <a:p>
            <a:pPr marL="914400" lvl="1" indent="-228600" algn="l" rtl="0">
              <a:lnSpc>
                <a:spcPct val="100000"/>
              </a:lnSpc>
              <a:spcBef>
                <a:spcPts val="600"/>
              </a:spcBef>
              <a:spcAft>
                <a:spcPts val="0"/>
              </a:spcAft>
              <a:buSzPts val="2000"/>
              <a:buNone/>
            </a:pPr>
            <a:endParaRPr dirty="0"/>
          </a:p>
        </p:txBody>
      </p:sp>
      <p:sp>
        <p:nvSpPr>
          <p:cNvPr id="247" name="Google Shape;247;p41"/>
          <p:cNvSpPr txBox="1">
            <a:spLocks noGrp="1"/>
          </p:cNvSpPr>
          <p:nvPr>
            <p:ph type="title"/>
          </p:nvPr>
        </p:nvSpPr>
        <p:spPr>
          <a:xfrm>
            <a:off x="686104" y="848420"/>
            <a:ext cx="7772400" cy="523180"/>
          </a:xfrm>
          <a:prstGeom prst="rect">
            <a:avLst/>
          </a:prstGeom>
          <a:noFill/>
          <a:ln>
            <a:noFill/>
          </a:ln>
        </p:spPr>
        <p:txBody>
          <a:bodyPr spcFirstLastPara="1" wrap="square" lIns="91425" tIns="45700" rIns="91425" bIns="45700" anchor="b" anchorCtr="0">
            <a:spAutoFit/>
          </a:bodyPr>
          <a:lstStyle/>
          <a:p>
            <a:pPr marL="0" lvl="0" indent="0" algn="l" rtl="0">
              <a:lnSpc>
                <a:spcPct val="100000"/>
              </a:lnSpc>
              <a:spcBef>
                <a:spcPts val="0"/>
              </a:spcBef>
              <a:spcAft>
                <a:spcPts val="0"/>
              </a:spcAft>
              <a:buSzPts val="2800"/>
              <a:buNone/>
            </a:pPr>
            <a:r>
              <a:rPr lang="en-US"/>
              <a:t>SOCIOCULTURAL </a:t>
            </a:r>
            <a:endParaRPr/>
          </a:p>
        </p:txBody>
      </p:sp>
      <p:sp>
        <p:nvSpPr>
          <p:cNvPr id="248" name="Google Shape;248;p41"/>
          <p:cNvSpPr txBox="1"/>
          <p:nvPr/>
        </p:nvSpPr>
        <p:spPr>
          <a:xfrm>
            <a:off x="4865914" y="1371600"/>
            <a:ext cx="3881638" cy="4308600"/>
          </a:xfrm>
          <a:prstGeom prst="rect">
            <a:avLst/>
          </a:prstGeom>
          <a:noFill/>
          <a:ln>
            <a:noFill/>
          </a:ln>
        </p:spPr>
        <p:txBody>
          <a:bodyPr spcFirstLastPara="1" wrap="square" lIns="91425" tIns="91425" rIns="91425" bIns="91425" anchor="t" anchorCtr="0">
            <a:noAutofit/>
          </a:bodyPr>
          <a:lstStyle/>
          <a:p>
            <a:pPr marL="228600" marR="228600" lvl="0" indent="0" algn="l" rtl="0">
              <a:lnSpc>
                <a:spcPct val="115000"/>
              </a:lnSpc>
              <a:spcBef>
                <a:spcPts val="0"/>
              </a:spcBef>
              <a:spcAft>
                <a:spcPts val="0"/>
              </a:spcAft>
              <a:buClr>
                <a:schemeClr val="dk1"/>
              </a:buClr>
              <a:buSzPts val="1100"/>
              <a:buFont typeface="Arial"/>
              <a:buNone/>
            </a:pPr>
            <a:r>
              <a:rPr lang="en-US" sz="1800" b="0" i="1" u="none" strike="noStrike" cap="none" dirty="0">
                <a:solidFill>
                  <a:srgbClr val="002F6C"/>
                </a:solidFill>
                <a:latin typeface="Gill Sans"/>
                <a:ea typeface="Gill Sans"/>
                <a:cs typeface="Gill Sans"/>
                <a:sym typeface="Gill Sans"/>
              </a:rPr>
              <a:t>“Deputies who came to the [local] council…after the introduction of the quota mechanism are constantly questioned about their achievements and are almost threatened to justify the quota mechanism. Such questions come from journalists, from members of the local community, and even from individual politicians at the national level. At the same time, none of these "evaluators" ever conduct the same assessment of the activities of men MPs.” </a:t>
            </a:r>
            <a:r>
              <a:rPr lang="en-US" sz="1800" b="0" u="none" strike="noStrike" cap="none" dirty="0">
                <a:solidFill>
                  <a:srgbClr val="002F6C"/>
                </a:solidFill>
                <a:latin typeface="Gill Sans"/>
                <a:ea typeface="Gill Sans"/>
                <a:cs typeface="Gill Sans"/>
                <a:sym typeface="Gill Sans"/>
              </a:rPr>
              <a:t>(Former local councilor and civil society activist, woman)</a:t>
            </a:r>
            <a:endParaRPr sz="1800" b="0" u="none" strike="noStrike" cap="none" dirty="0">
              <a:solidFill>
                <a:srgbClr val="002F6C"/>
              </a:solidFill>
              <a:latin typeface="Gill Sans"/>
              <a:ea typeface="Gill Sans"/>
              <a:cs typeface="Gill Sans"/>
              <a:sym typeface="Gill Sans"/>
            </a:endParaRPr>
          </a:p>
          <a:p>
            <a:pPr marL="0" marR="0" lvl="0" indent="0" algn="l" rtl="0">
              <a:lnSpc>
                <a:spcPct val="100000"/>
              </a:lnSpc>
              <a:spcBef>
                <a:spcPts val="600"/>
              </a:spcBef>
              <a:spcAft>
                <a:spcPts val="0"/>
              </a:spcAft>
              <a:buClr>
                <a:srgbClr val="000000"/>
              </a:buClr>
              <a:buSzPts val="1800"/>
              <a:buFont typeface="Arial"/>
              <a:buNone/>
            </a:pPr>
            <a:endParaRPr sz="1800" b="0" i="0" u="none" strike="noStrike" cap="none" dirty="0">
              <a:solidFill>
                <a:srgbClr val="635C5B"/>
              </a:solidFill>
              <a:latin typeface="Gill Sans"/>
              <a:ea typeface="Gill Sans"/>
              <a:cs typeface="Gill Sans"/>
              <a:sym typeface="Gill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p42" descr="A person speaking into a microphone&#10;&#10;Description automatically generated"/>
          <p:cNvPicPr preferRelativeResize="0">
            <a:picLocks noGrp="1"/>
          </p:cNvPicPr>
          <p:nvPr>
            <p:ph type="pic" idx="2"/>
          </p:nvPr>
        </p:nvPicPr>
        <p:blipFill rotWithShape="1">
          <a:blip r:embed="rId3">
            <a:alphaModFix/>
          </a:blip>
          <a:srcRect l="2905" r="50349"/>
          <a:stretch/>
        </p:blipFill>
        <p:spPr>
          <a:xfrm>
            <a:off x="274638" y="285750"/>
            <a:ext cx="4419600" cy="6302375"/>
          </a:xfrm>
          <a:prstGeom prst="rect">
            <a:avLst/>
          </a:prstGeom>
          <a:solidFill>
            <a:srgbClr val="FFFFFF"/>
          </a:solidFill>
          <a:ln>
            <a:noFill/>
          </a:ln>
        </p:spPr>
      </p:pic>
      <p:sp>
        <p:nvSpPr>
          <p:cNvPr id="255" name="Google Shape;255;p42"/>
          <p:cNvSpPr txBox="1">
            <a:spLocks noGrp="1"/>
          </p:cNvSpPr>
          <p:nvPr>
            <p:ph type="body" idx="1"/>
          </p:nvPr>
        </p:nvSpPr>
        <p:spPr>
          <a:xfrm>
            <a:off x="5038442" y="1950720"/>
            <a:ext cx="3652520" cy="2478061"/>
          </a:xfrm>
          <a:prstGeom prst="rect">
            <a:avLst/>
          </a:prstGeom>
          <a:noFill/>
          <a:ln>
            <a:noFill/>
          </a:ln>
        </p:spPr>
        <p:txBody>
          <a:bodyPr spcFirstLastPara="1" wrap="square" lIns="91425" tIns="45700" rIns="91425" bIns="45700" anchor="t" anchorCtr="0">
            <a:normAutofit/>
          </a:bodyPr>
          <a:lstStyle/>
          <a:p>
            <a:pPr marL="457200" lvl="0" indent="-355600" algn="l" rtl="0">
              <a:lnSpc>
                <a:spcPct val="100000"/>
              </a:lnSpc>
              <a:spcBef>
                <a:spcPts val="1200"/>
              </a:spcBef>
              <a:spcAft>
                <a:spcPts val="0"/>
              </a:spcAft>
              <a:buSzPts val="2000"/>
              <a:buChar char="•"/>
            </a:pPr>
            <a:r>
              <a:rPr lang="en-US" b="1"/>
              <a:t>Barriers</a:t>
            </a:r>
            <a:endParaRPr/>
          </a:p>
          <a:p>
            <a:pPr marL="914400" lvl="1" indent="-355600" algn="l" rtl="0">
              <a:lnSpc>
                <a:spcPct val="100000"/>
              </a:lnSpc>
              <a:spcBef>
                <a:spcPts val="600"/>
              </a:spcBef>
              <a:spcAft>
                <a:spcPts val="0"/>
              </a:spcAft>
              <a:buSzPts val="2000"/>
              <a:buChar char="–"/>
            </a:pPr>
            <a:r>
              <a:rPr lang="en-US"/>
              <a:t>Governmental and non-governmental support</a:t>
            </a:r>
            <a:endParaRPr/>
          </a:p>
          <a:p>
            <a:pPr marL="914400" lvl="1" indent="-355600" algn="l" rtl="0">
              <a:lnSpc>
                <a:spcPct val="100000"/>
              </a:lnSpc>
              <a:spcBef>
                <a:spcPts val="600"/>
              </a:spcBef>
              <a:spcAft>
                <a:spcPts val="0"/>
              </a:spcAft>
              <a:buSzPts val="2000"/>
              <a:buChar char="–"/>
            </a:pPr>
            <a:r>
              <a:rPr lang="en-US"/>
              <a:t>Political parties</a:t>
            </a:r>
            <a:endParaRPr/>
          </a:p>
          <a:p>
            <a:pPr marL="457200" lvl="0" indent="-355600" algn="l" rtl="0">
              <a:lnSpc>
                <a:spcPct val="100000"/>
              </a:lnSpc>
              <a:spcBef>
                <a:spcPts val="1200"/>
              </a:spcBef>
              <a:spcAft>
                <a:spcPts val="0"/>
              </a:spcAft>
              <a:buSzPts val="2000"/>
              <a:buChar char="•"/>
            </a:pPr>
            <a:r>
              <a:rPr lang="en-US" b="1"/>
              <a:t>Opportunities</a:t>
            </a:r>
            <a:endParaRPr/>
          </a:p>
          <a:p>
            <a:pPr marL="914400" lvl="1" indent="-355600" algn="l" rtl="0">
              <a:lnSpc>
                <a:spcPct val="100000"/>
              </a:lnSpc>
              <a:spcBef>
                <a:spcPts val="600"/>
              </a:spcBef>
              <a:spcAft>
                <a:spcPts val="0"/>
              </a:spcAft>
              <a:buSzPts val="2000"/>
              <a:buChar char="–"/>
            </a:pPr>
            <a:r>
              <a:rPr lang="en-US"/>
              <a:t>Legal framework</a:t>
            </a:r>
            <a:endParaRPr/>
          </a:p>
          <a:p>
            <a:pPr marL="457200" lvl="0" indent="-228600" algn="l" rtl="0">
              <a:lnSpc>
                <a:spcPct val="100000"/>
              </a:lnSpc>
              <a:spcBef>
                <a:spcPts val="1200"/>
              </a:spcBef>
              <a:spcAft>
                <a:spcPts val="0"/>
              </a:spcAft>
              <a:buSzPts val="2000"/>
              <a:buNone/>
            </a:pPr>
            <a:endParaRPr/>
          </a:p>
          <a:p>
            <a:pPr marL="457200" lvl="0" indent="-228600" algn="l" rtl="0">
              <a:lnSpc>
                <a:spcPct val="100000"/>
              </a:lnSpc>
              <a:spcBef>
                <a:spcPts val="1200"/>
              </a:spcBef>
              <a:spcAft>
                <a:spcPts val="0"/>
              </a:spcAft>
              <a:buSzPts val="2000"/>
              <a:buNone/>
            </a:pPr>
            <a:endParaRPr/>
          </a:p>
        </p:txBody>
      </p:sp>
      <p:sp>
        <p:nvSpPr>
          <p:cNvPr id="256" name="Google Shape;256;p42"/>
          <p:cNvSpPr txBox="1">
            <a:spLocks noGrp="1"/>
          </p:cNvSpPr>
          <p:nvPr>
            <p:ph type="title"/>
          </p:nvPr>
        </p:nvSpPr>
        <p:spPr>
          <a:xfrm>
            <a:off x="5038746" y="1498660"/>
            <a:ext cx="3652520" cy="523180"/>
          </a:xfrm>
          <a:prstGeom prst="rect">
            <a:avLst/>
          </a:prstGeom>
          <a:noFill/>
          <a:ln>
            <a:noFill/>
          </a:ln>
        </p:spPr>
        <p:txBody>
          <a:bodyPr spcFirstLastPara="1" wrap="square" lIns="91425" tIns="45700" rIns="91425" bIns="45700" anchor="b" anchorCtr="0">
            <a:spAutoFit/>
          </a:bodyPr>
          <a:lstStyle/>
          <a:p>
            <a:pPr marL="0" lvl="0" indent="0" algn="l" rtl="0">
              <a:lnSpc>
                <a:spcPct val="100000"/>
              </a:lnSpc>
              <a:spcBef>
                <a:spcPts val="0"/>
              </a:spcBef>
              <a:spcAft>
                <a:spcPts val="0"/>
              </a:spcAft>
              <a:buSzPts val="2800"/>
              <a:buNone/>
            </a:pPr>
            <a:r>
              <a:rPr lang="en-US"/>
              <a:t>INSTITUTIONAL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3"/>
          <p:cNvSpPr txBox="1">
            <a:spLocks noGrp="1"/>
          </p:cNvSpPr>
          <p:nvPr>
            <p:ph type="body" idx="1"/>
          </p:nvPr>
        </p:nvSpPr>
        <p:spPr>
          <a:xfrm>
            <a:off x="685800" y="1300163"/>
            <a:ext cx="7772400" cy="4826000"/>
          </a:xfrm>
          <a:prstGeom prst="rect">
            <a:avLst/>
          </a:prstGeom>
          <a:noFill/>
          <a:ln>
            <a:noFill/>
          </a:ln>
        </p:spPr>
        <p:txBody>
          <a:bodyPr spcFirstLastPara="1" wrap="square" lIns="91425" tIns="45700" rIns="91425" bIns="45700" anchor="t" anchorCtr="0">
            <a:normAutofit/>
          </a:bodyPr>
          <a:lstStyle/>
          <a:p>
            <a:pPr marL="457200" lvl="0" indent="-355600" algn="l" rtl="0">
              <a:lnSpc>
                <a:spcPct val="100000"/>
              </a:lnSpc>
              <a:spcBef>
                <a:spcPts val="1200"/>
              </a:spcBef>
              <a:spcAft>
                <a:spcPts val="0"/>
              </a:spcAft>
              <a:buSzPts val="2000"/>
              <a:buChar char="•"/>
            </a:pPr>
            <a:r>
              <a:rPr lang="en-US" b="1" dirty="0"/>
              <a:t>Barriers</a:t>
            </a:r>
            <a:endParaRPr dirty="0"/>
          </a:p>
          <a:p>
            <a:pPr marL="914400" lvl="1" indent="-355600" algn="l" rtl="0">
              <a:lnSpc>
                <a:spcPct val="100000"/>
              </a:lnSpc>
              <a:spcBef>
                <a:spcPts val="600"/>
              </a:spcBef>
              <a:spcAft>
                <a:spcPts val="0"/>
              </a:spcAft>
              <a:buSzPts val="2000"/>
              <a:buChar char="–"/>
            </a:pPr>
            <a:r>
              <a:rPr lang="en-US" dirty="0"/>
              <a:t>Knowledge, skills, and confidence</a:t>
            </a:r>
            <a:endParaRPr dirty="0"/>
          </a:p>
          <a:p>
            <a:pPr marL="914400" lvl="1" indent="-355600" algn="l" rtl="0">
              <a:lnSpc>
                <a:spcPct val="100000"/>
              </a:lnSpc>
              <a:spcBef>
                <a:spcPts val="600"/>
              </a:spcBef>
              <a:spcAft>
                <a:spcPts val="0"/>
              </a:spcAft>
              <a:buSzPts val="2000"/>
              <a:buChar char="–"/>
            </a:pPr>
            <a:r>
              <a:rPr lang="en-US" dirty="0"/>
              <a:t>Women’s competing roles</a:t>
            </a:r>
            <a:endParaRPr dirty="0"/>
          </a:p>
          <a:p>
            <a:pPr marL="914400" lvl="1" indent="-355600" algn="l" rtl="0">
              <a:lnSpc>
                <a:spcPct val="100000"/>
              </a:lnSpc>
              <a:spcBef>
                <a:spcPts val="600"/>
              </a:spcBef>
              <a:spcAft>
                <a:spcPts val="0"/>
              </a:spcAft>
              <a:buSzPts val="2000"/>
              <a:buChar char="–"/>
            </a:pPr>
            <a:r>
              <a:rPr lang="en-US" dirty="0"/>
              <a:t>Family support</a:t>
            </a:r>
            <a:endParaRPr dirty="0"/>
          </a:p>
          <a:p>
            <a:pPr marL="914400" lvl="1" indent="-355600" algn="l" rtl="0">
              <a:lnSpc>
                <a:spcPct val="100000"/>
              </a:lnSpc>
              <a:spcBef>
                <a:spcPts val="600"/>
              </a:spcBef>
              <a:spcAft>
                <a:spcPts val="0"/>
              </a:spcAft>
              <a:buSzPts val="2000"/>
              <a:buChar char="–"/>
            </a:pPr>
            <a:r>
              <a:rPr lang="en-US" dirty="0"/>
              <a:t>Women’s networks</a:t>
            </a:r>
            <a:endParaRPr dirty="0"/>
          </a:p>
          <a:p>
            <a:pPr marL="914400" lvl="1" indent="-355600" algn="l" rtl="0">
              <a:lnSpc>
                <a:spcPct val="100000"/>
              </a:lnSpc>
              <a:spcBef>
                <a:spcPts val="600"/>
              </a:spcBef>
              <a:spcAft>
                <a:spcPts val="0"/>
              </a:spcAft>
              <a:buSzPts val="2000"/>
              <a:buChar char="–"/>
            </a:pPr>
            <a:r>
              <a:rPr lang="en-US" dirty="0"/>
              <a:t>Financial assets</a:t>
            </a:r>
            <a:endParaRPr dirty="0"/>
          </a:p>
          <a:p>
            <a:pPr marL="914400" lvl="1" indent="-228600" algn="l" rtl="0">
              <a:lnSpc>
                <a:spcPct val="100000"/>
              </a:lnSpc>
              <a:spcBef>
                <a:spcPts val="600"/>
              </a:spcBef>
              <a:spcAft>
                <a:spcPts val="0"/>
              </a:spcAft>
              <a:buSzPts val="2000"/>
              <a:buNone/>
            </a:pPr>
            <a:endParaRPr dirty="0"/>
          </a:p>
          <a:p>
            <a:pPr marL="457200" lvl="0" indent="-228600" algn="l" rtl="0">
              <a:lnSpc>
                <a:spcPct val="100000"/>
              </a:lnSpc>
              <a:spcBef>
                <a:spcPts val="1200"/>
              </a:spcBef>
              <a:spcAft>
                <a:spcPts val="0"/>
              </a:spcAft>
              <a:buSzPts val="2000"/>
              <a:buNone/>
            </a:pPr>
            <a:endParaRPr dirty="0"/>
          </a:p>
          <a:p>
            <a:pPr marL="457200" lvl="0" indent="-228600" algn="l" rtl="0">
              <a:lnSpc>
                <a:spcPct val="100000"/>
              </a:lnSpc>
              <a:spcBef>
                <a:spcPts val="1200"/>
              </a:spcBef>
              <a:spcAft>
                <a:spcPts val="0"/>
              </a:spcAft>
              <a:buSzPts val="2000"/>
              <a:buNone/>
            </a:pPr>
            <a:endParaRPr dirty="0"/>
          </a:p>
        </p:txBody>
      </p:sp>
      <p:sp>
        <p:nvSpPr>
          <p:cNvPr id="263" name="Google Shape;263;p43"/>
          <p:cNvSpPr txBox="1">
            <a:spLocks noGrp="1"/>
          </p:cNvSpPr>
          <p:nvPr>
            <p:ph type="title"/>
          </p:nvPr>
        </p:nvSpPr>
        <p:spPr>
          <a:xfrm>
            <a:off x="686104" y="848420"/>
            <a:ext cx="7772400" cy="523180"/>
          </a:xfrm>
          <a:prstGeom prst="rect">
            <a:avLst/>
          </a:prstGeom>
          <a:noFill/>
          <a:ln>
            <a:noFill/>
          </a:ln>
        </p:spPr>
        <p:txBody>
          <a:bodyPr spcFirstLastPara="1" wrap="square" lIns="91425" tIns="45700" rIns="91425" bIns="45700" anchor="b" anchorCtr="0">
            <a:spAutoFit/>
          </a:bodyPr>
          <a:lstStyle/>
          <a:p>
            <a:pPr marL="0" lvl="0" indent="0" algn="l" rtl="0">
              <a:lnSpc>
                <a:spcPct val="100000"/>
              </a:lnSpc>
              <a:spcBef>
                <a:spcPts val="0"/>
              </a:spcBef>
              <a:spcAft>
                <a:spcPts val="0"/>
              </a:spcAft>
              <a:buSzPts val="2800"/>
              <a:buNone/>
            </a:pPr>
            <a:r>
              <a:rPr lang="en-US"/>
              <a:t>INDIVIDUAL </a:t>
            </a:r>
            <a:endParaRPr/>
          </a:p>
        </p:txBody>
      </p:sp>
      <p:sp>
        <p:nvSpPr>
          <p:cNvPr id="264" name="Google Shape;264;p43"/>
          <p:cNvSpPr txBox="1"/>
          <p:nvPr/>
        </p:nvSpPr>
        <p:spPr>
          <a:xfrm>
            <a:off x="1178000" y="3956875"/>
            <a:ext cx="7044600" cy="2169300"/>
          </a:xfrm>
          <a:prstGeom prst="rect">
            <a:avLst/>
          </a:prstGeom>
          <a:noFill/>
          <a:ln>
            <a:noFill/>
          </a:ln>
        </p:spPr>
        <p:txBody>
          <a:bodyPr spcFirstLastPara="1" wrap="square" lIns="91425" tIns="91425" rIns="91425" bIns="91425" anchor="t" anchorCtr="0">
            <a:noAutofit/>
          </a:bodyPr>
          <a:lstStyle/>
          <a:p>
            <a:pPr marL="228600" marR="228600" lvl="0" indent="0" algn="l" rtl="0">
              <a:lnSpc>
                <a:spcPct val="115000"/>
              </a:lnSpc>
              <a:spcBef>
                <a:spcPts val="0"/>
              </a:spcBef>
              <a:spcAft>
                <a:spcPts val="0"/>
              </a:spcAft>
              <a:buClr>
                <a:schemeClr val="dk1"/>
              </a:buClr>
              <a:buSzPts val="1100"/>
              <a:buFont typeface="Arial"/>
              <a:buNone/>
            </a:pPr>
            <a:r>
              <a:rPr lang="en-US" sz="2000" b="0" i="1" u="none" strike="noStrike" cap="none" dirty="0">
                <a:solidFill>
                  <a:srgbClr val="002F6C"/>
                </a:solidFill>
                <a:latin typeface="Gill Sans"/>
                <a:ea typeface="Gill Sans"/>
                <a:cs typeface="Gill Sans"/>
                <a:sym typeface="Gill Sans"/>
              </a:rPr>
              <a:t>“It is more difficult for women to enter and be in politics. Overall, expectations of others from her are higher, and her expectations of herself are high, too—she </a:t>
            </a:r>
            <a:r>
              <a:rPr lang="en-US" sz="2000" i="1" dirty="0">
                <a:solidFill>
                  <a:srgbClr val="002F6C"/>
                </a:solidFill>
                <a:latin typeface="Gill Sans"/>
                <a:ea typeface="Gill Sans"/>
                <a:cs typeface="Gill Sans"/>
                <a:sym typeface="Gill Sans"/>
              </a:rPr>
              <a:t>considers </a:t>
            </a:r>
            <a:r>
              <a:rPr lang="en-US" sz="2000" b="0" i="1" u="none" strike="noStrike" cap="none" dirty="0">
                <a:solidFill>
                  <a:srgbClr val="002F6C"/>
                </a:solidFill>
                <a:latin typeface="Gill Sans"/>
                <a:ea typeface="Gill Sans"/>
                <a:cs typeface="Gill Sans"/>
                <a:sym typeface="Gill Sans"/>
              </a:rPr>
              <a:t>whether she has enough skills and whether she can perform well, etc. While men do not have high expectations of themselves</a:t>
            </a:r>
            <a:r>
              <a:rPr lang="en-US" sz="2000" b="0" i="0" u="none" strike="noStrike" cap="none" dirty="0">
                <a:solidFill>
                  <a:srgbClr val="002F6C"/>
                </a:solidFill>
                <a:latin typeface="Gill Sans"/>
                <a:ea typeface="Gill Sans"/>
                <a:cs typeface="Gill Sans"/>
                <a:sym typeface="Gill Sans"/>
              </a:rPr>
              <a:t>.” (Government official, woman)</a:t>
            </a:r>
            <a:endParaRPr sz="2000" b="0" i="0" u="none" strike="noStrike" cap="none" dirty="0">
              <a:solidFill>
                <a:srgbClr val="002F6C"/>
              </a:solidFill>
              <a:latin typeface="Gill Sans"/>
              <a:ea typeface="Gill Sans"/>
              <a:cs typeface="Gill Sans"/>
              <a:sym typeface="Gill Sans"/>
            </a:endParaRPr>
          </a:p>
          <a:p>
            <a:pPr marL="0" marR="0" lvl="0" indent="0" algn="l" rtl="0">
              <a:lnSpc>
                <a:spcPct val="100000"/>
              </a:lnSpc>
              <a:spcBef>
                <a:spcPts val="600"/>
              </a:spcBef>
              <a:spcAft>
                <a:spcPts val="0"/>
              </a:spcAft>
              <a:buClr>
                <a:srgbClr val="000000"/>
              </a:buClr>
              <a:buSzPts val="2000"/>
              <a:buFont typeface="Arial"/>
              <a:buNone/>
            </a:pPr>
            <a:endParaRPr sz="2000" b="0" i="0" u="none" strike="noStrike" cap="none" dirty="0">
              <a:solidFill>
                <a:srgbClr val="635C5B"/>
              </a:solidFill>
              <a:latin typeface="Gill Sans"/>
              <a:ea typeface="Gill Sans"/>
              <a:cs typeface="Gill Sans"/>
              <a:sym typeface="Gill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4"/>
          <p:cNvSpPr txBox="1">
            <a:spLocks noGrp="1"/>
          </p:cNvSpPr>
          <p:nvPr>
            <p:ph type="title"/>
          </p:nvPr>
        </p:nvSpPr>
        <p:spPr>
          <a:xfrm>
            <a:off x="686104" y="1082102"/>
            <a:ext cx="7772400" cy="2308284"/>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SzPts val="2800"/>
              <a:buNone/>
            </a:pPr>
            <a:r>
              <a:rPr lang="en-US" dirty="0"/>
              <a:t>SELECTED RECOMMENDATIONS</a:t>
            </a:r>
            <a:br>
              <a:rPr lang="en-US" dirty="0"/>
            </a:br>
            <a:r>
              <a:rPr lang="en-US" dirty="0"/>
              <a:t>	</a:t>
            </a:r>
            <a:br>
              <a:rPr lang="en-US" dirty="0"/>
            </a:br>
            <a:br>
              <a:rPr lang="en-US" dirty="0"/>
            </a:b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5"/>
          <p:cNvSpPr txBox="1">
            <a:spLocks noGrp="1"/>
          </p:cNvSpPr>
          <p:nvPr>
            <p:ph type="body" idx="1"/>
          </p:nvPr>
        </p:nvSpPr>
        <p:spPr>
          <a:xfrm>
            <a:off x="685800" y="1300163"/>
            <a:ext cx="7772400" cy="1584551"/>
          </a:xfrm>
          <a:prstGeom prst="rect">
            <a:avLst/>
          </a:prstGeom>
          <a:noFill/>
          <a:ln>
            <a:noFill/>
          </a:ln>
        </p:spPr>
        <p:txBody>
          <a:bodyPr spcFirstLastPara="1" wrap="square" lIns="91425" tIns="45700" rIns="91425" bIns="45700" anchor="t" anchorCtr="0">
            <a:normAutofit/>
          </a:bodyPr>
          <a:lstStyle/>
          <a:p>
            <a:pPr marL="457200" lvl="0" indent="-355600" algn="l" rtl="0">
              <a:lnSpc>
                <a:spcPct val="100000"/>
              </a:lnSpc>
              <a:spcBef>
                <a:spcPts val="1200"/>
              </a:spcBef>
              <a:spcAft>
                <a:spcPts val="0"/>
              </a:spcAft>
              <a:buSzPts val="2000"/>
              <a:buChar char="•"/>
            </a:pPr>
            <a:r>
              <a:rPr lang="en-US" dirty="0"/>
              <a:t>Journalist and media training for gender sensitivity</a:t>
            </a:r>
            <a:endParaRPr dirty="0"/>
          </a:p>
          <a:p>
            <a:pPr marL="457200" lvl="0" indent="-355600" algn="l" rtl="0">
              <a:lnSpc>
                <a:spcPct val="100000"/>
              </a:lnSpc>
              <a:spcBef>
                <a:spcPts val="1200"/>
              </a:spcBef>
              <a:spcAft>
                <a:spcPts val="0"/>
              </a:spcAft>
              <a:buSzPts val="2000"/>
              <a:buChar char="•"/>
            </a:pPr>
            <a:r>
              <a:rPr lang="en-US" dirty="0"/>
              <a:t>Support civil society and media</a:t>
            </a:r>
            <a:endParaRPr dirty="0"/>
          </a:p>
          <a:p>
            <a:pPr marL="457200" lvl="0" indent="-355600" algn="l" rtl="0">
              <a:lnSpc>
                <a:spcPct val="100000"/>
              </a:lnSpc>
              <a:spcBef>
                <a:spcPts val="1200"/>
              </a:spcBef>
              <a:spcAft>
                <a:spcPts val="0"/>
              </a:spcAft>
              <a:buSzPts val="2000"/>
              <a:buChar char="•"/>
            </a:pPr>
            <a:r>
              <a:rPr lang="en-US" dirty="0"/>
              <a:t>Engage men gatekeepers</a:t>
            </a:r>
            <a:endParaRPr dirty="0"/>
          </a:p>
          <a:p>
            <a:pPr marL="457200" lvl="0" indent="-228600" algn="l" rtl="0">
              <a:lnSpc>
                <a:spcPct val="100000"/>
              </a:lnSpc>
              <a:spcBef>
                <a:spcPts val="1200"/>
              </a:spcBef>
              <a:spcAft>
                <a:spcPts val="0"/>
              </a:spcAft>
              <a:buSzPts val="2000"/>
              <a:buNone/>
            </a:pPr>
            <a:endParaRPr dirty="0"/>
          </a:p>
          <a:p>
            <a:pPr marL="457200" lvl="0" indent="-228600" algn="l" rtl="0">
              <a:lnSpc>
                <a:spcPct val="100000"/>
              </a:lnSpc>
              <a:spcBef>
                <a:spcPts val="1200"/>
              </a:spcBef>
              <a:spcAft>
                <a:spcPts val="0"/>
              </a:spcAft>
              <a:buSzPts val="2000"/>
              <a:buNone/>
            </a:pPr>
            <a:endParaRPr dirty="0"/>
          </a:p>
        </p:txBody>
      </p:sp>
      <p:sp>
        <p:nvSpPr>
          <p:cNvPr id="276" name="Google Shape;276;p45"/>
          <p:cNvSpPr txBox="1">
            <a:spLocks noGrp="1"/>
          </p:cNvSpPr>
          <p:nvPr>
            <p:ph type="title"/>
          </p:nvPr>
        </p:nvSpPr>
        <p:spPr>
          <a:xfrm>
            <a:off x="686104" y="848420"/>
            <a:ext cx="7772400" cy="52318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2800"/>
              <a:buNone/>
            </a:pPr>
            <a:r>
              <a:rPr lang="en-US"/>
              <a:t>SOCIOCULTURAL</a:t>
            </a:r>
            <a:endParaRPr/>
          </a:p>
        </p:txBody>
      </p:sp>
      <p:pic>
        <p:nvPicPr>
          <p:cNvPr id="277" name="Google Shape;277;p45"/>
          <p:cNvPicPr preferRelativeResize="0"/>
          <p:nvPr/>
        </p:nvPicPr>
        <p:blipFill>
          <a:blip r:embed="rId3"/>
          <a:srcRect/>
          <a:stretch/>
        </p:blipFill>
        <p:spPr>
          <a:xfrm>
            <a:off x="1001406" y="2976552"/>
            <a:ext cx="7141187" cy="3447470"/>
          </a:xfrm>
          <a:prstGeom prst="rect">
            <a:avLst/>
          </a:prstGeom>
          <a:solidFill>
            <a:schemeClr val="bg1"/>
          </a:solid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6"/>
          <p:cNvSpPr txBox="1">
            <a:spLocks noGrp="1"/>
          </p:cNvSpPr>
          <p:nvPr>
            <p:ph type="body" idx="1"/>
          </p:nvPr>
        </p:nvSpPr>
        <p:spPr>
          <a:xfrm>
            <a:off x="685800" y="1300163"/>
            <a:ext cx="7772400" cy="4826000"/>
          </a:xfrm>
          <a:prstGeom prst="rect">
            <a:avLst/>
          </a:prstGeom>
          <a:noFill/>
          <a:ln>
            <a:noFill/>
          </a:ln>
        </p:spPr>
        <p:txBody>
          <a:bodyPr spcFirstLastPara="1" wrap="square" lIns="91425" tIns="45700" rIns="91425" bIns="45700" anchor="t" anchorCtr="0">
            <a:noAutofit/>
          </a:bodyPr>
          <a:lstStyle/>
          <a:p>
            <a:pPr marL="457200" lvl="0" indent="-355600" algn="l" rtl="0">
              <a:lnSpc>
                <a:spcPct val="100000"/>
              </a:lnSpc>
              <a:spcBef>
                <a:spcPts val="1200"/>
              </a:spcBef>
              <a:spcAft>
                <a:spcPts val="0"/>
              </a:spcAft>
              <a:buSzPts val="2000"/>
              <a:buChar char="•"/>
            </a:pPr>
            <a:r>
              <a:rPr lang="en-US" dirty="0"/>
              <a:t>National Gender Strategy (NGS) and gender empowerment goals</a:t>
            </a:r>
            <a:endParaRPr dirty="0"/>
          </a:p>
          <a:p>
            <a:pPr marL="457200" lvl="0" indent="-355600" algn="l" rtl="0">
              <a:lnSpc>
                <a:spcPct val="100000"/>
              </a:lnSpc>
              <a:spcBef>
                <a:spcPts val="1200"/>
              </a:spcBef>
              <a:spcAft>
                <a:spcPts val="0"/>
              </a:spcAft>
              <a:buSzPts val="2000"/>
              <a:buChar char="•"/>
            </a:pPr>
            <a:r>
              <a:rPr lang="en-US" dirty="0"/>
              <a:t>Combat VAWPPL</a:t>
            </a:r>
            <a:endParaRPr dirty="0"/>
          </a:p>
          <a:p>
            <a:pPr marL="457200" lvl="0" indent="-355600" algn="l" rtl="0">
              <a:lnSpc>
                <a:spcPct val="100000"/>
              </a:lnSpc>
              <a:spcBef>
                <a:spcPts val="1200"/>
              </a:spcBef>
              <a:spcAft>
                <a:spcPts val="0"/>
              </a:spcAft>
              <a:buSzPts val="2000"/>
              <a:buChar char="•"/>
            </a:pPr>
            <a:r>
              <a:rPr lang="en-US" dirty="0"/>
              <a:t>Political advocacy to clarify the quota system</a:t>
            </a:r>
            <a:endParaRPr dirty="0"/>
          </a:p>
          <a:p>
            <a:pPr marL="457200" lvl="0" indent="-355600" algn="l" rtl="0">
              <a:lnSpc>
                <a:spcPct val="100000"/>
              </a:lnSpc>
              <a:spcBef>
                <a:spcPts val="1200"/>
              </a:spcBef>
              <a:spcAft>
                <a:spcPts val="0"/>
              </a:spcAft>
              <a:buSzPts val="2000"/>
              <a:buChar char="•"/>
            </a:pPr>
            <a:r>
              <a:rPr lang="en-US" dirty="0"/>
              <a:t>Equal treatment of women candidates</a:t>
            </a:r>
            <a:endParaRPr dirty="0"/>
          </a:p>
          <a:p>
            <a:pPr marL="457200" lvl="0" indent="-355600" algn="l" rtl="0">
              <a:lnSpc>
                <a:spcPct val="100000"/>
              </a:lnSpc>
              <a:spcBef>
                <a:spcPts val="1200"/>
              </a:spcBef>
              <a:spcAft>
                <a:spcPts val="0"/>
              </a:spcAft>
              <a:buSzPts val="2000"/>
              <a:buChar char="•"/>
            </a:pPr>
            <a:r>
              <a:rPr lang="en-US" dirty="0"/>
              <a:t>Opportunities for women politicians to network and caucus</a:t>
            </a:r>
            <a:endParaRPr dirty="0"/>
          </a:p>
          <a:p>
            <a:pPr marL="457200" lvl="0" indent="-228600" algn="l" rtl="0">
              <a:lnSpc>
                <a:spcPct val="100000"/>
              </a:lnSpc>
              <a:spcBef>
                <a:spcPts val="1200"/>
              </a:spcBef>
              <a:spcAft>
                <a:spcPts val="0"/>
              </a:spcAft>
              <a:buSzPts val="2000"/>
              <a:buNone/>
            </a:pPr>
            <a:endParaRPr dirty="0"/>
          </a:p>
        </p:txBody>
      </p:sp>
      <p:sp>
        <p:nvSpPr>
          <p:cNvPr id="284" name="Google Shape;284;p46"/>
          <p:cNvSpPr txBox="1">
            <a:spLocks noGrp="1"/>
          </p:cNvSpPr>
          <p:nvPr>
            <p:ph type="title"/>
          </p:nvPr>
        </p:nvSpPr>
        <p:spPr>
          <a:xfrm>
            <a:off x="686104" y="848420"/>
            <a:ext cx="7772400" cy="52318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2800"/>
              <a:buNone/>
            </a:pPr>
            <a:r>
              <a:rPr lang="en-US"/>
              <a:t>INSTITUTIONAL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7"/>
          <p:cNvSpPr txBox="1">
            <a:spLocks noGrp="1"/>
          </p:cNvSpPr>
          <p:nvPr>
            <p:ph type="body" idx="1"/>
          </p:nvPr>
        </p:nvSpPr>
        <p:spPr>
          <a:xfrm>
            <a:off x="685800" y="1300163"/>
            <a:ext cx="7772400" cy="2015914"/>
          </a:xfrm>
          <a:prstGeom prst="rect">
            <a:avLst/>
          </a:prstGeom>
          <a:noFill/>
          <a:ln>
            <a:noFill/>
          </a:ln>
        </p:spPr>
        <p:txBody>
          <a:bodyPr spcFirstLastPara="1" wrap="square" lIns="91425" tIns="45700" rIns="91425" bIns="45700" anchor="t" anchorCtr="0">
            <a:normAutofit/>
          </a:bodyPr>
          <a:lstStyle/>
          <a:p>
            <a:pPr marL="457200" lvl="0" indent="-355600" algn="l" rtl="0">
              <a:lnSpc>
                <a:spcPct val="100000"/>
              </a:lnSpc>
              <a:spcBef>
                <a:spcPts val="1200"/>
              </a:spcBef>
              <a:spcAft>
                <a:spcPts val="0"/>
              </a:spcAft>
              <a:buSzPts val="2000"/>
              <a:buChar char="•"/>
            </a:pPr>
            <a:r>
              <a:rPr lang="en-US"/>
              <a:t>Civic education</a:t>
            </a:r>
            <a:endParaRPr/>
          </a:p>
          <a:p>
            <a:pPr marL="457200" lvl="0" indent="-355600" algn="l" rtl="0">
              <a:lnSpc>
                <a:spcPct val="100000"/>
              </a:lnSpc>
              <a:spcBef>
                <a:spcPts val="1200"/>
              </a:spcBef>
              <a:spcAft>
                <a:spcPts val="0"/>
              </a:spcAft>
              <a:buSzPts val="2000"/>
              <a:buChar char="•"/>
            </a:pPr>
            <a:r>
              <a:rPr lang="en-US"/>
              <a:t>Capacity and skills among women candidates and politicians</a:t>
            </a:r>
            <a:endParaRPr/>
          </a:p>
          <a:p>
            <a:pPr marL="457200" lvl="0" indent="-355600" algn="l" rtl="0">
              <a:lnSpc>
                <a:spcPct val="100000"/>
              </a:lnSpc>
              <a:spcBef>
                <a:spcPts val="1200"/>
              </a:spcBef>
              <a:spcAft>
                <a:spcPts val="0"/>
              </a:spcAft>
              <a:buSzPts val="2000"/>
              <a:buChar char="•"/>
            </a:pPr>
            <a:r>
              <a:rPr lang="en-US"/>
              <a:t>Train women politicians in media skills</a:t>
            </a:r>
            <a:endParaRPr/>
          </a:p>
          <a:p>
            <a:pPr marL="457200" lvl="0" indent="-355600" algn="l" rtl="0">
              <a:lnSpc>
                <a:spcPct val="100000"/>
              </a:lnSpc>
              <a:spcBef>
                <a:spcPts val="1200"/>
              </a:spcBef>
              <a:spcAft>
                <a:spcPts val="0"/>
              </a:spcAft>
              <a:buSzPts val="2000"/>
              <a:buChar char="•"/>
            </a:pPr>
            <a:r>
              <a:rPr lang="en-US"/>
              <a:t>Training and orientation for women councilors</a:t>
            </a:r>
            <a:endParaRPr/>
          </a:p>
        </p:txBody>
      </p:sp>
      <p:sp>
        <p:nvSpPr>
          <p:cNvPr id="291" name="Google Shape;291;p47"/>
          <p:cNvSpPr txBox="1">
            <a:spLocks noGrp="1"/>
          </p:cNvSpPr>
          <p:nvPr>
            <p:ph type="title"/>
          </p:nvPr>
        </p:nvSpPr>
        <p:spPr>
          <a:xfrm>
            <a:off x="686104" y="848420"/>
            <a:ext cx="7772400" cy="523180"/>
          </a:xfrm>
          <a:prstGeom prst="rect">
            <a:avLst/>
          </a:prstGeom>
          <a:noFill/>
          <a:ln>
            <a:noFill/>
          </a:ln>
        </p:spPr>
        <p:txBody>
          <a:bodyPr spcFirstLastPara="1" wrap="square" lIns="91425" tIns="45700" rIns="91425" bIns="45700" anchor="b" anchorCtr="0">
            <a:spAutoFit/>
          </a:bodyPr>
          <a:lstStyle/>
          <a:p>
            <a:pPr marL="0" lvl="0" indent="0" algn="l" rtl="0">
              <a:lnSpc>
                <a:spcPct val="100000"/>
              </a:lnSpc>
              <a:spcBef>
                <a:spcPts val="0"/>
              </a:spcBef>
              <a:spcAft>
                <a:spcPts val="0"/>
              </a:spcAft>
              <a:buSzPts val="2800"/>
              <a:buNone/>
            </a:pPr>
            <a:r>
              <a:rPr lang="en-US"/>
              <a:t>INDIVIDUAL</a:t>
            </a:r>
            <a:endParaRPr/>
          </a:p>
        </p:txBody>
      </p:sp>
      <p:pic>
        <p:nvPicPr>
          <p:cNvPr id="292" name="Google Shape;292;p47" descr="A person speaking into a microphone&#10;&#10;Description automatically generated"/>
          <p:cNvPicPr preferRelativeResize="0"/>
          <p:nvPr/>
        </p:nvPicPr>
        <p:blipFill rotWithShape="1">
          <a:blip r:embed="rId3">
            <a:alphaModFix/>
          </a:blip>
          <a:srcRect t="18870" r="257" b="26240"/>
          <a:stretch/>
        </p:blipFill>
        <p:spPr>
          <a:xfrm>
            <a:off x="308471" y="3429000"/>
            <a:ext cx="8516039" cy="312467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8"/>
          <p:cNvSpPr txBox="1">
            <a:spLocks noGrp="1"/>
          </p:cNvSpPr>
          <p:nvPr>
            <p:ph type="title"/>
          </p:nvPr>
        </p:nvSpPr>
        <p:spPr>
          <a:xfrm>
            <a:off x="686104" y="1082102"/>
            <a:ext cx="7772400" cy="64629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rgbClr val="BA0C2F"/>
              </a:buClr>
              <a:buSzPts val="2800"/>
              <a:buFont typeface="Gill Sans"/>
              <a:buNone/>
            </a:pPr>
            <a:r>
              <a:rPr lang="en-US"/>
              <a:t>QUESTIONS?</a:t>
            </a:r>
            <a:endParaRPr/>
          </a:p>
        </p:txBody>
      </p:sp>
      <p:sp>
        <p:nvSpPr>
          <p:cNvPr id="298" name="Google Shape;298;p48"/>
          <p:cNvSpPr txBox="1">
            <a:spLocks noGrp="1"/>
          </p:cNvSpPr>
          <p:nvPr>
            <p:ph type="sldNum" idx="12"/>
          </p:nvPr>
        </p:nvSpPr>
        <p:spPr>
          <a:xfrm>
            <a:off x="7010400" y="6521450"/>
            <a:ext cx="2133600" cy="184150"/>
          </a:xfrm>
          <a:prstGeom prst="rect">
            <a:avLst/>
          </a:prstGeom>
          <a:noFill/>
          <a:ln>
            <a:noFill/>
          </a:ln>
        </p:spPr>
        <p:txBody>
          <a:bodyPr spcFirstLastPara="1" wrap="square" lIns="91425" tIns="45700" rIns="91425" bIns="45700" anchor="ctr" anchorCtr="0">
            <a:sp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en-U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4.3-Template_12.7.2016">
  <a:themeElements>
    <a:clrScheme name="Custom 2">
      <a:dk1>
        <a:srgbClr val="000000"/>
      </a:dk1>
      <a:lt1>
        <a:srgbClr val="FFFFFF"/>
      </a:lt1>
      <a:dk2>
        <a:srgbClr val="002F6C"/>
      </a:dk2>
      <a:lt2>
        <a:srgbClr val="BA0C2F"/>
      </a:lt2>
      <a:accent1>
        <a:srgbClr val="002F6C"/>
      </a:accent1>
      <a:accent2>
        <a:srgbClr val="BA0C2F"/>
      </a:accent2>
      <a:accent3>
        <a:srgbClr val="6C6463"/>
      </a:accent3>
      <a:accent4>
        <a:srgbClr val="000000"/>
      </a:accent4>
      <a:accent5>
        <a:srgbClr val="CFCDC9"/>
      </a:accent5>
      <a:accent6>
        <a:srgbClr val="0067B9"/>
      </a:accent6>
      <a:hlink>
        <a:srgbClr val="6C6463"/>
      </a:hlink>
      <a:folHlink>
        <a:srgbClr val="CFCDC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779</Words>
  <Application>Microsoft Office PowerPoint</Application>
  <PresentationFormat>On-screen Show (4:3)</PresentationFormat>
  <Paragraphs>177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Gill Sans</vt:lpstr>
      <vt:lpstr>Arial</vt:lpstr>
      <vt:lpstr>Calibri</vt:lpstr>
      <vt:lpstr>4.3-Template_12.7.2016</vt:lpstr>
      <vt:lpstr>WOMEN’S POLITICAL PARTICIPATION AND LEADERSHIP ASSESSMENT: KYRGYZ REPUBLIC </vt:lpstr>
      <vt:lpstr>AGENDA</vt:lpstr>
      <vt:lpstr>ASSESSMENT PURPOSE AND APPROACH</vt:lpstr>
      <vt:lpstr>METHODOLOGY</vt:lpstr>
      <vt:lpstr>METHODOLOGY—FOCUS GROUP DISCUSSION</vt:lpstr>
      <vt:lpstr>METHODOLOGY—SURVEY</vt:lpstr>
      <vt:lpstr>BARRIERS &amp; OPPORTUNITIES</vt:lpstr>
      <vt:lpstr>SOCIOCULTURAL </vt:lpstr>
      <vt:lpstr>INSTITUTIONAL </vt:lpstr>
      <vt:lpstr>INDIVIDUAL </vt:lpstr>
      <vt:lpstr>SELECTED RECOMMENDATIONS    </vt:lpstr>
      <vt:lpstr>SOCIOCULTURAL</vt:lpstr>
      <vt:lpstr>INSTITUTIONAL</vt:lpstr>
      <vt:lpstr>INDIVIDUAL</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WOMEN’S POLITICAL PARTICIPATION AND LEADERSHIP ASSESSMENT: KYRGYZ REPUBLIC </dc:title>
  <dc:creator>Katie Andrzejewski</dc:creator>
  <cp:lastModifiedBy>Katie Andrzejewski</cp:lastModifiedBy>
  <cp:revision>6</cp:revision>
  <dcterms:modified xsi:type="dcterms:W3CDTF">2023-12-14T14:49:58Z</dcterms:modified>
</cp:coreProperties>
</file>